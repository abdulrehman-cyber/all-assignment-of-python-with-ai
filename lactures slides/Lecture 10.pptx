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63" r:id="rId5"/>
    <p:sldId id="274" r:id="rId6"/>
    <p:sldId id="264" r:id="rId7"/>
    <p:sldId id="271" r:id="rId8"/>
    <p:sldId id="272" r:id="rId9"/>
    <p:sldId id="273" r:id="rId10"/>
    <p:sldId id="270" r:id="rId11"/>
    <p:sldId id="265" r:id="rId12"/>
    <p:sldId id="266" r:id="rId13"/>
    <p:sldId id="267" r:id="rId14"/>
    <p:sldId id="268" r:id="rId15"/>
    <p:sldId id="269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</a:t>
            </a:r>
            <a:r>
              <a:rPr lang="en-US" sz="7200" dirty="0" smtClean="0"/>
              <a:t>10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Tuple &amp; Tuple Functions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54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What is a </a:t>
            </a:r>
            <a:r>
              <a:rPr lang="en-US" sz="6000" b="0" cap="none" dirty="0" smtClean="0">
                <a:effectLst/>
              </a:rPr>
              <a:t>Tuple</a:t>
            </a:r>
            <a:endParaRPr lang="en-US" sz="60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907438"/>
            <a:ext cx="9001462" cy="5746579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effectLst/>
              </a:rPr>
              <a:t>T</a:t>
            </a:r>
            <a:r>
              <a:rPr lang="en-US" sz="2600" dirty="0" smtClean="0">
                <a:effectLst/>
              </a:rPr>
              <a:t>uple </a:t>
            </a:r>
            <a:r>
              <a:rPr lang="en-US" sz="2600" dirty="0">
                <a:effectLst/>
              </a:rPr>
              <a:t>is a built in data-type that lets us create immutable sequences of </a:t>
            </a:r>
            <a:r>
              <a:rPr lang="en-US" sz="2600" dirty="0" smtClean="0">
                <a:effectLst/>
              </a:rPr>
              <a:t>values. </a:t>
            </a:r>
            <a:endParaRPr lang="en-US" sz="2600" dirty="0">
              <a:effectLst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 smtClean="0">
                <a:effectLst/>
              </a:rPr>
              <a:t>The index of a tuple starts from zero.</a:t>
            </a:r>
            <a:endParaRPr lang="en-US" sz="2600" dirty="0">
              <a:effectLst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 err="1">
                <a:effectLst/>
              </a:rPr>
              <a:t>mytuple</a:t>
            </a:r>
            <a:r>
              <a:rPr lang="en-US" sz="2600" dirty="0">
                <a:effectLst/>
              </a:rPr>
              <a:t> = (0,"haroon",</a:t>
            </a:r>
            <a:r>
              <a:rPr lang="en-US" sz="2600" dirty="0" smtClean="0">
                <a:effectLst/>
              </a:rPr>
              <a:t>2,3.0,4,5,5,5,5)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 smtClean="0">
                <a:effectLst/>
              </a:rPr>
              <a:t>print(</a:t>
            </a:r>
            <a:r>
              <a:rPr lang="en-US" sz="2600" dirty="0" err="1" smtClean="0">
                <a:effectLst/>
              </a:rPr>
              <a:t>mytuple.index</a:t>
            </a:r>
            <a:r>
              <a:rPr lang="en-US" sz="2600" dirty="0" smtClean="0">
                <a:effectLst/>
              </a:rPr>
              <a:t>("</a:t>
            </a:r>
            <a:r>
              <a:rPr lang="en-US" sz="2600" dirty="0" err="1" smtClean="0">
                <a:effectLst/>
              </a:rPr>
              <a:t>haroon</a:t>
            </a:r>
            <a:r>
              <a:rPr lang="en-US" sz="2600" dirty="0" smtClean="0">
                <a:effectLst/>
              </a:rPr>
              <a:t>")) will always return the index value on which the element you are searching is present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 smtClean="0">
                <a:effectLst/>
              </a:rPr>
              <a:t>print(</a:t>
            </a:r>
            <a:r>
              <a:rPr lang="en-US" sz="2600" dirty="0" err="1" smtClean="0">
                <a:effectLst/>
              </a:rPr>
              <a:t>mytuple.count</a:t>
            </a:r>
            <a:r>
              <a:rPr lang="en-US" sz="2600" dirty="0" smtClean="0">
                <a:effectLst/>
              </a:rPr>
              <a:t>(5</a:t>
            </a:r>
            <a:r>
              <a:rPr lang="en-US" sz="2600" dirty="0">
                <a:effectLst/>
              </a:rPr>
              <a:t>)) </a:t>
            </a:r>
            <a:r>
              <a:rPr lang="en-US" sz="2600" dirty="0" smtClean="0">
                <a:effectLst/>
              </a:rPr>
              <a:t>will show </a:t>
            </a:r>
            <a:r>
              <a:rPr lang="en-US" sz="2600" dirty="0">
                <a:effectLst/>
              </a:rPr>
              <a:t>how many times an element (you used) is present in the tuple</a:t>
            </a:r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2753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Tuple / List</a:t>
            </a:r>
            <a:endParaRPr lang="en-US" sz="6000" b="0" cap="none" dirty="0">
              <a:effectLst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705172"/>
              </p:ext>
            </p:extLst>
          </p:nvPr>
        </p:nvGraphicFramePr>
        <p:xfrm>
          <a:off x="877656" y="1280525"/>
          <a:ext cx="10436688" cy="5090294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218344">
                  <a:extLst>
                    <a:ext uri="{9D8B030D-6E8A-4147-A177-3AD203B41FA5}">
                      <a16:colId xmlns:a16="http://schemas.microsoft.com/office/drawing/2014/main" val="2201751894"/>
                    </a:ext>
                  </a:extLst>
                </a:gridCol>
                <a:gridCol w="5218344">
                  <a:extLst>
                    <a:ext uri="{9D8B030D-6E8A-4147-A177-3AD203B41FA5}">
                      <a16:colId xmlns:a16="http://schemas.microsoft.com/office/drawing/2014/main" val="1390839089"/>
                    </a:ext>
                  </a:extLst>
                </a:gridCol>
              </a:tblGrid>
              <a:tr h="1261805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 smtClean="0"/>
                        <a:t>LIST</a:t>
                      </a:r>
                      <a:endParaRPr lang="en-US" sz="6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 smtClean="0"/>
                        <a:t>TUPLE</a:t>
                      </a:r>
                      <a:endParaRPr lang="en-US" sz="6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812819"/>
                  </a:ext>
                </a:extLst>
              </a:tr>
              <a:tr h="126180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[]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()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383051"/>
                  </a:ext>
                </a:extLst>
              </a:tr>
              <a:tr h="126180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Mutable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Immutable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14321"/>
                  </a:ext>
                </a:extLst>
              </a:tr>
              <a:tr h="130487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Can add/remove items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Cannot add/remove items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899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6608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2753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Tuple / List</a:t>
            </a:r>
            <a:endParaRPr lang="en-US" sz="6000" b="0" cap="none" dirty="0"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4374" y="2158584"/>
            <a:ext cx="10283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 smtClean="0"/>
              <a:t>Think </a:t>
            </a:r>
            <a:r>
              <a:rPr lang="en-US" sz="3600" dirty="0"/>
              <a:t>of a list like a Google Sheet — you can edit it anytime</a:t>
            </a:r>
            <a:r>
              <a:rPr lang="en-US" sz="3600" dirty="0" smtClean="0"/>
              <a:t>.</a:t>
            </a:r>
          </a:p>
          <a:p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954374" y="3822127"/>
            <a:ext cx="10283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 smtClean="0"/>
              <a:t>A </a:t>
            </a:r>
            <a:r>
              <a:rPr lang="en-US" sz="3600" dirty="0"/>
              <a:t>tuple is like a printed report — once printed, it should not change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071755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0298" y="112541"/>
            <a:ext cx="9001462" cy="921507"/>
          </a:xfrm>
        </p:spPr>
        <p:txBody>
          <a:bodyPr>
            <a:normAutofit/>
          </a:bodyPr>
          <a:lstStyle/>
          <a:p>
            <a:r>
              <a:rPr lang="en-US" b="0" cap="none" dirty="0" smtClean="0">
                <a:effectLst/>
              </a:rPr>
              <a:t>List Usage in AI</a:t>
            </a:r>
            <a:endParaRPr lang="en-US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6942" y="1079019"/>
            <a:ext cx="108461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smtClean="0"/>
              <a:t>Training Data batches where AI models learn from data in chunks. For example, data = [image1, image2, image3]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Why list?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We keep adding/removing samples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Data is shuffled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It changes during training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126497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347" y="247452"/>
            <a:ext cx="9001462" cy="921507"/>
          </a:xfrm>
        </p:spPr>
        <p:txBody>
          <a:bodyPr>
            <a:normAutofit/>
          </a:bodyPr>
          <a:lstStyle/>
          <a:p>
            <a:r>
              <a:rPr lang="en-US" b="0" cap="none" dirty="0" smtClean="0">
                <a:effectLst/>
              </a:rPr>
              <a:t>List Usage in AI</a:t>
            </a:r>
            <a:endParaRPr lang="en-US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2050" y="1318862"/>
            <a:ext cx="1084619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smtClean="0"/>
              <a:t>2. Model predictions because AI outputs are often stored in lists. For example, </a:t>
            </a:r>
          </a:p>
          <a:p>
            <a:pPr>
              <a:lnSpc>
                <a:spcPct val="150000"/>
              </a:lnSpc>
            </a:pPr>
            <a:r>
              <a:rPr lang="en-US" sz="3600" dirty="0" smtClean="0"/>
              <a:t>predictions = [0.5, 0.1, 0.9]</a:t>
            </a:r>
          </a:p>
          <a:p>
            <a:pPr>
              <a:lnSpc>
                <a:spcPct val="150000"/>
              </a:lnSpc>
            </a:pPr>
            <a:r>
              <a:rPr lang="en-US" sz="3600" dirty="0" smtClean="0"/>
              <a:t>Why list?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Predictions come in batches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You may filter or modify results</a:t>
            </a:r>
          </a:p>
        </p:txBody>
      </p:sp>
    </p:spTree>
    <p:extLst>
      <p:ext uri="{BB962C8B-B14F-4D97-AF65-F5344CB8AC3E}">
        <p14:creationId xmlns:p14="http://schemas.microsoft.com/office/powerpoint/2010/main" val="1561836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347" y="27183"/>
            <a:ext cx="9001462" cy="921507"/>
          </a:xfrm>
        </p:spPr>
        <p:txBody>
          <a:bodyPr>
            <a:normAutofit/>
          </a:bodyPr>
          <a:lstStyle/>
          <a:p>
            <a:r>
              <a:rPr lang="en-US" b="0" cap="none" dirty="0" smtClean="0">
                <a:effectLst/>
              </a:rPr>
              <a:t>Tuple Usage in AI</a:t>
            </a:r>
            <a:endParaRPr lang="en-US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6330" y="783798"/>
            <a:ext cx="1084619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3600" dirty="0" smtClean="0"/>
              <a:t>Fixed Data Points because each training example is often stored as a tuple. For example, 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 </a:t>
            </a:r>
            <a:r>
              <a:rPr lang="en-US" sz="3600" dirty="0" smtClean="0"/>
              <a:t>     </a:t>
            </a:r>
            <a:r>
              <a:rPr lang="en-US" sz="3600" dirty="0" err="1" smtClean="0"/>
              <a:t>data_point</a:t>
            </a:r>
            <a:r>
              <a:rPr lang="en-US" sz="3600" dirty="0" smtClean="0"/>
              <a:t> = (age, salary, label)</a:t>
            </a:r>
          </a:p>
          <a:p>
            <a:pPr>
              <a:lnSpc>
                <a:spcPct val="150000"/>
              </a:lnSpc>
            </a:pPr>
            <a:r>
              <a:rPr lang="en-US" sz="3600" dirty="0" smtClean="0"/>
              <a:t>Why tuple?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single data sample should not change </a:t>
            </a:r>
            <a:r>
              <a:rPr lang="en-US" sz="3600" dirty="0" smtClean="0"/>
              <a:t>accidentally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Ensures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34343751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347" y="247452"/>
            <a:ext cx="9001462" cy="921507"/>
          </a:xfrm>
        </p:spPr>
        <p:txBody>
          <a:bodyPr>
            <a:normAutofit/>
          </a:bodyPr>
          <a:lstStyle/>
          <a:p>
            <a:r>
              <a:rPr lang="en-US" b="0" cap="none" dirty="0" smtClean="0">
                <a:effectLst/>
              </a:rPr>
              <a:t>Tuple Usage in AI</a:t>
            </a:r>
            <a:endParaRPr lang="en-US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6330" y="1168959"/>
            <a:ext cx="10846190" cy="5521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2</a:t>
            </a:r>
            <a:r>
              <a:rPr lang="en-US" sz="4000" dirty="0" smtClean="0"/>
              <a:t>. Coordinates in computer vision where AI uses image </a:t>
            </a:r>
            <a:r>
              <a:rPr lang="en-US" sz="4000" dirty="0" err="1" smtClean="0"/>
              <a:t>locations.For</a:t>
            </a:r>
            <a:r>
              <a:rPr lang="en-US" sz="4000" dirty="0" smtClean="0"/>
              <a:t> example, point = (</a:t>
            </a:r>
            <a:r>
              <a:rPr lang="en-US" sz="4000" dirty="0" err="1" smtClean="0"/>
              <a:t>x,y</a:t>
            </a:r>
            <a:r>
              <a:rPr lang="en-US" sz="40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Why tuple?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4000" dirty="0" smtClean="0"/>
              <a:t>Position should not change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4000" dirty="0" smtClean="0"/>
              <a:t>Fast and memory efficient</a:t>
            </a:r>
          </a:p>
        </p:txBody>
      </p:sp>
    </p:spTree>
    <p:extLst>
      <p:ext uri="{BB962C8B-B14F-4D97-AF65-F5344CB8AC3E}">
        <p14:creationId xmlns:p14="http://schemas.microsoft.com/office/powerpoint/2010/main" val="29154484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54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Indexing and Slicing</a:t>
            </a:r>
            <a:endParaRPr lang="en-US" sz="6000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6942" y="1034048"/>
            <a:ext cx="108461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INDEXING IN TUPLES:</a:t>
            </a:r>
          </a:p>
          <a:p>
            <a:pPr>
              <a:lnSpc>
                <a:spcPct val="150000"/>
              </a:lnSpc>
            </a:pPr>
            <a:r>
              <a:rPr lang="en-US" sz="3200" dirty="0" err="1" smtClean="0"/>
              <a:t>mytuple</a:t>
            </a:r>
            <a:r>
              <a:rPr lang="en-US" sz="3200" dirty="0" smtClean="0"/>
              <a:t> </a:t>
            </a:r>
            <a:r>
              <a:rPr lang="en-US" sz="3200" dirty="0"/>
              <a:t>= ("</a:t>
            </a:r>
            <a:r>
              <a:rPr lang="en-US" sz="3200" dirty="0" err="1"/>
              <a:t>Ali","Ahmed","Haroon</a:t>
            </a:r>
            <a:r>
              <a:rPr lang="en-US" sz="3200" dirty="0"/>
              <a:t>")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print(</a:t>
            </a:r>
            <a:r>
              <a:rPr lang="en-US" sz="3200" dirty="0" err="1"/>
              <a:t>mytuple</a:t>
            </a:r>
            <a:r>
              <a:rPr lang="en-US" sz="3200" dirty="0"/>
              <a:t>[0</a:t>
            </a:r>
            <a:r>
              <a:rPr lang="en-US" sz="3200" dirty="0" smtClean="0"/>
              <a:t>]) # “Ali”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print(</a:t>
            </a:r>
            <a:r>
              <a:rPr lang="en-US" sz="3200" dirty="0" err="1"/>
              <a:t>mytuple</a:t>
            </a:r>
            <a:r>
              <a:rPr lang="en-US" sz="3200" dirty="0"/>
              <a:t>[1</a:t>
            </a:r>
            <a:r>
              <a:rPr lang="en-US" sz="3200" dirty="0" smtClean="0"/>
              <a:t>]) # “Ahmad”</a:t>
            </a:r>
          </a:p>
          <a:p>
            <a:pPr>
              <a:lnSpc>
                <a:spcPct val="150000"/>
              </a:lnSpc>
            </a:pPr>
            <a:r>
              <a:rPr lang="en-US" sz="3200" b="1" dirty="0" smtClean="0"/>
              <a:t>SLICING </a:t>
            </a:r>
            <a:r>
              <a:rPr lang="en-US" sz="3200" b="1" dirty="0"/>
              <a:t>IN TUPLES</a:t>
            </a:r>
            <a:r>
              <a:rPr lang="en-US" sz="3200" b="1" dirty="0" smtClean="0"/>
              <a:t>: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print(</a:t>
            </a:r>
            <a:r>
              <a:rPr lang="en-US" sz="3200" dirty="0" err="1"/>
              <a:t>mytuple</a:t>
            </a:r>
            <a:r>
              <a:rPr lang="en-US" sz="3200" dirty="0"/>
              <a:t>[0:2</a:t>
            </a:r>
            <a:r>
              <a:rPr lang="en-US" sz="3200" dirty="0" smtClean="0"/>
              <a:t>])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print(</a:t>
            </a:r>
            <a:r>
              <a:rPr lang="en-US" sz="3200" dirty="0" err="1" smtClean="0"/>
              <a:t>mytuple</a:t>
            </a:r>
            <a:r>
              <a:rPr lang="en-US" sz="3200" dirty="0" smtClean="0"/>
              <a:t>[1:3])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24414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541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6000" b="0" cap="none" dirty="0" smtClean="0">
                <a:effectLst/>
              </a:rPr>
              <a:t>Packing and Unpacking</a:t>
            </a:r>
            <a:endParaRPr lang="en-US" sz="6000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1" y="1498282"/>
            <a:ext cx="10846190" cy="4597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student = ("Ali",18,"A</a:t>
            </a:r>
            <a:r>
              <a:rPr lang="en-US" sz="4000" dirty="0" smtClean="0"/>
              <a:t>")</a:t>
            </a: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name, age, grade = </a:t>
            </a:r>
            <a:r>
              <a:rPr lang="en-US" sz="4000" dirty="0" smtClean="0"/>
              <a:t>student</a:t>
            </a: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print(name)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print(age)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print(grade)</a:t>
            </a:r>
          </a:p>
        </p:txBody>
      </p:sp>
    </p:spTree>
    <p:extLst>
      <p:ext uri="{BB962C8B-B14F-4D97-AF65-F5344CB8AC3E}">
        <p14:creationId xmlns:p14="http://schemas.microsoft.com/office/powerpoint/2010/main" val="62760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54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TUPLE FUNCTIONS</a:t>
            </a:r>
            <a:endParaRPr lang="en-US" sz="6000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4235" y="1034048"/>
            <a:ext cx="1084619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4000" dirty="0"/>
              <a:t>count</a:t>
            </a:r>
            <a:r>
              <a:rPr lang="en-US" sz="4000" dirty="0" smtClean="0"/>
              <a:t>() | index() | </a:t>
            </a:r>
            <a:r>
              <a:rPr lang="en-US" sz="4000" dirty="0" err="1" smtClean="0"/>
              <a:t>len</a:t>
            </a:r>
            <a:r>
              <a:rPr lang="en-US" sz="4000" dirty="0" smtClean="0"/>
              <a:t>() </a:t>
            </a:r>
          </a:p>
          <a:p>
            <a:pPr lvl="1">
              <a:lnSpc>
                <a:spcPct val="150000"/>
              </a:lnSpc>
            </a:pPr>
            <a:r>
              <a:rPr lang="en-US" sz="4000" dirty="0" smtClean="0"/>
              <a:t>max() | min()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 smtClean="0"/>
              <a:t>Use List when you want to add/remove/update the data. 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 smtClean="0"/>
              <a:t>Use tuple when there is no need to update the current data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716634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93" y="379827"/>
            <a:ext cx="11811242" cy="256031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cap="none" dirty="0" smtClean="0">
                <a:effectLst/>
              </a:rPr>
              <a:t>QUESTION 1:</a:t>
            </a:r>
            <a:r>
              <a:rPr lang="en-US" sz="2800" b="0" cap="none" dirty="0" smtClean="0">
                <a:effectLst/>
              </a:rPr>
              <a:t> Write a program to count the number of students with the “A” grade in the following tuple. </a:t>
            </a:r>
            <a:br>
              <a:rPr lang="en-US" sz="2800" b="0" cap="none" dirty="0" smtClean="0">
                <a:effectLst/>
              </a:rPr>
            </a:br>
            <a:r>
              <a:rPr lang="en-US" sz="2800" b="0" cap="none" dirty="0" smtClean="0">
                <a:effectLst/>
              </a:rPr>
              <a:t>also store the values in list and sort from A to D.</a:t>
            </a:r>
            <a:br>
              <a:rPr lang="en-US" sz="2800" b="0" cap="none" dirty="0" smtClean="0">
                <a:effectLst/>
              </a:rPr>
            </a:br>
            <a:r>
              <a:rPr lang="en-US" sz="2800" b="0" dirty="0">
                <a:effectLst/>
              </a:rPr>
              <a:t>list = ["C", "D", "A", "A", "B", "B", "A</a:t>
            </a:r>
            <a:r>
              <a:rPr lang="en-US" sz="2800" b="0" dirty="0" smtClean="0">
                <a:effectLst/>
              </a:rPr>
              <a:t>"]</a:t>
            </a:r>
            <a:endParaRPr lang="en-US" sz="2800" b="0" cap="none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093" y="2757267"/>
            <a:ext cx="114229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SOLUTION: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list = ["C", "D", "A", "A", "B", "B", "A"]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print</a:t>
            </a:r>
            <a:r>
              <a:rPr lang="en-US" sz="3200" dirty="0"/>
              <a:t>("Number of students who got an A is: ", </a:t>
            </a:r>
            <a:r>
              <a:rPr lang="en-US" sz="3200" dirty="0" err="1"/>
              <a:t>list.count</a:t>
            </a:r>
            <a:r>
              <a:rPr lang="en-US" sz="3200" dirty="0"/>
              <a:t>("A"))</a:t>
            </a:r>
          </a:p>
          <a:p>
            <a:pPr>
              <a:lnSpc>
                <a:spcPct val="150000"/>
              </a:lnSpc>
            </a:pPr>
            <a:r>
              <a:rPr lang="en-US" sz="3200" dirty="0" err="1" smtClean="0"/>
              <a:t>list.sort</a:t>
            </a:r>
            <a:r>
              <a:rPr lang="en-US" sz="3200" dirty="0"/>
              <a:t>()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print</a:t>
            </a:r>
            <a:r>
              <a:rPr lang="en-US" sz="3200" dirty="0"/>
              <a:t>("List in ascending order:", list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046649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93" y="616673"/>
            <a:ext cx="11811242" cy="256031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4000" cap="none" dirty="0" smtClean="0">
                <a:effectLst/>
              </a:rPr>
              <a:t>QUESTION 2:</a:t>
            </a:r>
            <a:r>
              <a:rPr lang="en-US" sz="4000" b="0" cap="none" dirty="0" smtClean="0">
                <a:effectLst/>
              </a:rPr>
              <a:t> Write a program to print all fruits in a tuple. </a:t>
            </a:r>
            <a:r>
              <a:rPr lang="en-US" sz="4000" b="0" cap="none" dirty="0">
                <a:effectLst/>
              </a:rPr>
              <a:t>f</a:t>
            </a:r>
            <a:r>
              <a:rPr lang="en-US" sz="4000" b="0" cap="none" dirty="0" smtClean="0">
                <a:effectLst/>
              </a:rPr>
              <a:t>ruits = (apple, mango, peach, coconut)</a:t>
            </a:r>
            <a:endParaRPr lang="en-US" sz="4000" b="0" cap="none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093" y="3443356"/>
            <a:ext cx="125286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SOLUTION:</a:t>
            </a:r>
          </a:p>
          <a:p>
            <a:pPr>
              <a:lnSpc>
                <a:spcPct val="150000"/>
              </a:lnSpc>
            </a:pPr>
            <a:r>
              <a:rPr lang="en-US" sz="3200" dirty="0" err="1"/>
              <a:t>myfruits</a:t>
            </a:r>
            <a:r>
              <a:rPr lang="en-US" sz="3200" dirty="0"/>
              <a:t> = tuple(input("Enter fruits separated by commas: </a:t>
            </a:r>
            <a:r>
              <a:rPr lang="en-US" sz="3200" dirty="0" smtClean="0"/>
              <a:t>“).</a:t>
            </a:r>
            <a:r>
              <a:rPr lang="en-US" sz="3200" dirty="0"/>
              <a:t>split</a:t>
            </a:r>
            <a:r>
              <a:rPr lang="en-US" sz="3200" dirty="0" smtClean="0"/>
              <a:t>(","))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print(</a:t>
            </a:r>
            <a:r>
              <a:rPr lang="en-US" sz="3200" dirty="0" err="1"/>
              <a:t>myfruits</a:t>
            </a:r>
            <a:r>
              <a:rPr lang="en-US" sz="32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058792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93" y="647115"/>
            <a:ext cx="11811242" cy="256031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600" cap="none" dirty="0" smtClean="0">
                <a:effectLst/>
              </a:rPr>
              <a:t>QUESTION 3:</a:t>
            </a:r>
            <a:r>
              <a:rPr lang="en-US" sz="3600" b="0" cap="none" dirty="0" smtClean="0">
                <a:effectLst/>
              </a:rPr>
              <a:t> Write a program to find the index of Python from the following:</a:t>
            </a:r>
            <a:br>
              <a:rPr lang="en-US" sz="3600" b="0" cap="none" dirty="0" smtClean="0">
                <a:effectLst/>
              </a:rPr>
            </a:br>
            <a:r>
              <a:rPr lang="fr-FR" sz="3600" b="0" cap="none" dirty="0" err="1">
                <a:effectLst/>
              </a:rPr>
              <a:t>languages</a:t>
            </a:r>
            <a:r>
              <a:rPr lang="fr-FR" sz="3600" b="0" cap="none" dirty="0">
                <a:effectLst/>
              </a:rPr>
              <a:t> = ("Java", "Python", "C++", "JavaScript")</a:t>
            </a:r>
            <a:endParaRPr lang="en-US" sz="3600" b="0" cap="none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718" y="4220306"/>
            <a:ext cx="8909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SOLUTION: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print(</a:t>
            </a:r>
            <a:r>
              <a:rPr lang="en-US" sz="3200" dirty="0" err="1"/>
              <a:t>languages.index</a:t>
            </a:r>
            <a:r>
              <a:rPr lang="en-US" sz="3200" dirty="0"/>
              <a:t>("Python"))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2903523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581</TotalTime>
  <Words>537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Bookman Old Style</vt:lpstr>
      <vt:lpstr>Rockwell</vt:lpstr>
      <vt:lpstr>Wingdings</vt:lpstr>
      <vt:lpstr>Damask</vt:lpstr>
      <vt:lpstr>PYTHON WITH AI</vt:lpstr>
      <vt:lpstr>LECTURE 10</vt:lpstr>
      <vt:lpstr>What is a Tuple</vt:lpstr>
      <vt:lpstr>Tuple / List</vt:lpstr>
      <vt:lpstr>Tuple / List</vt:lpstr>
      <vt:lpstr>List Usage in AI</vt:lpstr>
      <vt:lpstr>List Usage in AI</vt:lpstr>
      <vt:lpstr>Tuple Usage in AI</vt:lpstr>
      <vt:lpstr>Tuple Usage in AI</vt:lpstr>
      <vt:lpstr>Indexing and Slicing</vt:lpstr>
      <vt:lpstr>Packing and Unpacking</vt:lpstr>
      <vt:lpstr>TUPLE FUNCTIONS</vt:lpstr>
      <vt:lpstr>QUESTION 1: Write a program to count the number of students with the “A” grade in the following tuple.  also store the values in list and sort from A to D. list = ["C", "D", "A", "A", "B", "B", "A"]</vt:lpstr>
      <vt:lpstr>QUESTION 2: Write a program to print all fruits in a tuple. fruits = (apple, mango, peach, coconut)</vt:lpstr>
      <vt:lpstr>QUESTION 3: Write a program to find the index of Python from the following: languages = ("Java", "Python", "C++", "JavaScript")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78</cp:revision>
  <dcterms:created xsi:type="dcterms:W3CDTF">2026-05-24T19:41:59Z</dcterms:created>
  <dcterms:modified xsi:type="dcterms:W3CDTF">2026-06-04T13:02:01Z</dcterms:modified>
</cp:coreProperties>
</file>