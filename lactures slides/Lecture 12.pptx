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sldIdLst>
    <p:sldId id="256" r:id="rId2"/>
    <p:sldId id="257" r:id="rId3"/>
    <p:sldId id="260" r:id="rId4"/>
    <p:sldId id="276" r:id="rId5"/>
    <p:sldId id="263" r:id="rId6"/>
    <p:sldId id="277" r:id="rId7"/>
    <p:sldId id="278" r:id="rId8"/>
    <p:sldId id="280" r:id="rId9"/>
    <p:sldId id="282" r:id="rId10"/>
    <p:sldId id="281" r:id="rId11"/>
    <p:sldId id="25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192" autoAdjust="0"/>
  </p:normalViewPr>
  <p:slideViewPr>
    <p:cSldViewPr snapToGrid="0">
      <p:cViewPr varScale="1">
        <p:scale>
          <a:sx n="64" d="100"/>
          <a:sy n="64" d="100"/>
        </p:scale>
        <p:origin x="95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564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491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58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665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20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854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738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910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923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664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328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684990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3531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511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9629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9200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026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F89985-EB7C-4F78-9792-C89785E4778B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9666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 smtClean="0"/>
              <a:t>PYTHON WITH AI</a:t>
            </a:r>
            <a:endParaRPr lang="en-US" sz="6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Prepared by Sir Haroon</a:t>
            </a:r>
          </a:p>
        </p:txBody>
      </p:sp>
    </p:spTree>
    <p:extLst>
      <p:ext uri="{BB962C8B-B14F-4D97-AF65-F5344CB8AC3E}">
        <p14:creationId xmlns:p14="http://schemas.microsoft.com/office/powerpoint/2010/main" val="72710934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/>
              <a:t>LECTURE 12</a:t>
            </a:r>
            <a:endParaRPr lang="en-US" sz="7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SETS &amp; SET FUNCTION IN PYTHON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8398962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80531"/>
            <a:ext cx="9001462" cy="921507"/>
          </a:xfrm>
        </p:spPr>
        <p:txBody>
          <a:bodyPr>
            <a:normAutofit/>
          </a:bodyPr>
          <a:lstStyle/>
          <a:p>
            <a:r>
              <a:rPr lang="en-US" sz="5400" b="0" cap="none" dirty="0" smtClean="0">
                <a:effectLst/>
              </a:rPr>
              <a:t>What is a Set?</a:t>
            </a:r>
            <a:endParaRPr lang="en-US" sz="5400" b="0" cap="none" dirty="0">
              <a:effectLst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1012370"/>
            <a:ext cx="9001462" cy="5746579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600" dirty="0" smtClean="0">
                <a:effectLst/>
              </a:rPr>
              <a:t>A set is the collection of </a:t>
            </a:r>
            <a:r>
              <a:rPr lang="en-US" sz="2600" dirty="0" smtClean="0">
                <a:effectLst/>
              </a:rPr>
              <a:t>unordered and unique </a:t>
            </a:r>
            <a:r>
              <a:rPr lang="en-US" sz="2600" dirty="0" smtClean="0">
                <a:effectLst/>
              </a:rPr>
              <a:t>items.</a:t>
            </a:r>
          </a:p>
          <a:p>
            <a:pPr algn="l">
              <a:lnSpc>
                <a:spcPct val="150000"/>
              </a:lnSpc>
            </a:pPr>
            <a:r>
              <a:rPr lang="en-US" sz="2600" dirty="0" smtClean="0">
                <a:effectLst/>
              </a:rPr>
              <a:t>Each element in the set must be unique and immutable For example:</a:t>
            </a:r>
          </a:p>
          <a:p>
            <a:pPr algn="l">
              <a:lnSpc>
                <a:spcPct val="150000"/>
              </a:lnSpc>
            </a:pPr>
            <a:r>
              <a:rPr lang="en-US" sz="2600" dirty="0" err="1" smtClean="0">
                <a:effectLst/>
              </a:rPr>
              <a:t>nums</a:t>
            </a:r>
            <a:r>
              <a:rPr lang="en-US" sz="2600" dirty="0" smtClean="0">
                <a:effectLst/>
              </a:rPr>
              <a:t> = {1,2,3,4}</a:t>
            </a:r>
          </a:p>
          <a:p>
            <a:pPr algn="l">
              <a:lnSpc>
                <a:spcPct val="150000"/>
              </a:lnSpc>
            </a:pPr>
            <a:r>
              <a:rPr lang="en-US" sz="2600" dirty="0">
                <a:effectLst/>
              </a:rPr>
              <a:t>s</a:t>
            </a:r>
            <a:r>
              <a:rPr lang="en-US" sz="2600" dirty="0" smtClean="0">
                <a:effectLst/>
              </a:rPr>
              <a:t>et2 = {1,2,2,2,4,5,6,6,7}</a:t>
            </a:r>
          </a:p>
          <a:p>
            <a:pPr algn="l">
              <a:lnSpc>
                <a:spcPct val="150000"/>
              </a:lnSpc>
            </a:pPr>
            <a:r>
              <a:rPr lang="en-US" sz="2600" dirty="0" smtClean="0">
                <a:effectLst/>
              </a:rPr>
              <a:t>Note that the output of set2 will be {1,2,4,5,6,7} because in sets, duplicate values are skipped.</a:t>
            </a:r>
          </a:p>
          <a:p>
            <a:pPr algn="l">
              <a:lnSpc>
                <a:spcPct val="150000"/>
              </a:lnSpc>
            </a:pPr>
            <a:r>
              <a:rPr lang="en-US" sz="2600" dirty="0" err="1">
                <a:effectLst/>
              </a:rPr>
              <a:t>n</a:t>
            </a:r>
            <a:r>
              <a:rPr lang="en-US" sz="2600" dirty="0" err="1" smtClean="0">
                <a:effectLst/>
              </a:rPr>
              <a:t>ull_set</a:t>
            </a:r>
            <a:r>
              <a:rPr lang="en-US" sz="2600" dirty="0" smtClean="0">
                <a:effectLst/>
              </a:rPr>
              <a:t> = set()</a:t>
            </a:r>
          </a:p>
        </p:txBody>
      </p:sp>
    </p:spTree>
    <p:extLst>
      <p:ext uri="{BB962C8B-B14F-4D97-AF65-F5344CB8AC3E}">
        <p14:creationId xmlns:p14="http://schemas.microsoft.com/office/powerpoint/2010/main" val="427835370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5446" y="254832"/>
            <a:ext cx="9001462" cy="802235"/>
          </a:xfrm>
        </p:spPr>
        <p:txBody>
          <a:bodyPr>
            <a:normAutofit fontScale="90000"/>
          </a:bodyPr>
          <a:lstStyle/>
          <a:p>
            <a:r>
              <a:rPr lang="en-US" sz="5400" b="0" cap="none" dirty="0" smtClean="0">
                <a:effectLst/>
              </a:rPr>
              <a:t>Set Usage in AI</a:t>
            </a:r>
            <a:endParaRPr lang="en-US" sz="5400" b="0" cap="none" dirty="0">
              <a:effectLst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390" y="1236950"/>
            <a:ext cx="11857220" cy="5621049"/>
          </a:xfrm>
        </p:spPr>
        <p:txBody>
          <a:bodyPr>
            <a:noAutofit/>
          </a:bodyPr>
          <a:lstStyle/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600" dirty="0" smtClean="0">
                <a:effectLst/>
              </a:rPr>
              <a:t>AI </a:t>
            </a:r>
            <a:r>
              <a:rPr lang="en-US" sz="3600" dirty="0" smtClean="0">
                <a:effectLst/>
              </a:rPr>
              <a:t>often works with large amount of data and </a:t>
            </a:r>
            <a:r>
              <a:rPr lang="en-US" sz="3600" dirty="0" smtClean="0">
                <a:effectLst/>
              </a:rPr>
              <a:t>needs </a:t>
            </a:r>
            <a:r>
              <a:rPr lang="en-US" sz="3600" dirty="0" smtClean="0">
                <a:effectLst/>
              </a:rPr>
              <a:t>to: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600" dirty="0" smtClean="0">
                <a:effectLst/>
              </a:rPr>
              <a:t>Remove duplicates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600" dirty="0" smtClean="0">
                <a:effectLst/>
              </a:rPr>
              <a:t>Find common items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600" dirty="0" smtClean="0">
                <a:effectLst/>
              </a:rPr>
              <a:t>Compare similarities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600" dirty="0" smtClean="0">
                <a:effectLst/>
              </a:rPr>
              <a:t>Manage unique categories or labels</a:t>
            </a:r>
          </a:p>
        </p:txBody>
      </p:sp>
    </p:spTree>
    <p:extLst>
      <p:ext uri="{BB962C8B-B14F-4D97-AF65-F5344CB8AC3E}">
        <p14:creationId xmlns:p14="http://schemas.microsoft.com/office/powerpoint/2010/main" val="174917972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04931"/>
            <a:ext cx="9001462" cy="839176"/>
          </a:xfrm>
        </p:spPr>
        <p:txBody>
          <a:bodyPr>
            <a:normAutofit/>
          </a:bodyPr>
          <a:lstStyle/>
          <a:p>
            <a:r>
              <a:rPr lang="en-US" sz="5400" b="0" cap="none" dirty="0" smtClean="0">
                <a:effectLst/>
              </a:rPr>
              <a:t>Set Functions</a:t>
            </a:r>
            <a:endParaRPr lang="en-US" sz="5400" b="0" cap="none" dirty="0">
              <a:effectLst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944107"/>
            <a:ext cx="11947161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/>
              <a:t>m</a:t>
            </a:r>
            <a:r>
              <a:rPr lang="en-US" sz="2800" dirty="0" err="1" smtClean="0"/>
              <a:t>yset</a:t>
            </a:r>
            <a:r>
              <a:rPr lang="en-US" sz="2800" dirty="0" smtClean="0"/>
              <a:t> = {1,4,5,6,1,6,8,9,5}</a:t>
            </a:r>
          </a:p>
          <a:p>
            <a:pPr algn="ctr"/>
            <a:endParaRPr lang="en-US" sz="2800" dirty="0" smtClean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 err="1" smtClean="0"/>
              <a:t>myset.add</a:t>
            </a:r>
            <a:r>
              <a:rPr lang="en-US" sz="2800" dirty="0" smtClean="0"/>
              <a:t>(el</a:t>
            </a:r>
            <a:r>
              <a:rPr lang="en-US" sz="2800" dirty="0" smtClean="0"/>
              <a:t>) will add an element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sz="2800" dirty="0" smtClean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 err="1"/>
              <a:t>m</a:t>
            </a:r>
            <a:r>
              <a:rPr lang="en-US" sz="2800" dirty="0" err="1" smtClean="0"/>
              <a:t>yset.remove</a:t>
            </a:r>
            <a:r>
              <a:rPr lang="en-US" sz="2800" dirty="0" smtClean="0"/>
              <a:t>(el) will remove an element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 err="1"/>
              <a:t>m</a:t>
            </a:r>
            <a:r>
              <a:rPr lang="en-US" sz="2800" dirty="0" err="1" smtClean="0"/>
              <a:t>yset.clear</a:t>
            </a:r>
            <a:r>
              <a:rPr lang="en-US" sz="2800" dirty="0" smtClean="0"/>
              <a:t>() </a:t>
            </a:r>
            <a:r>
              <a:rPr lang="en-US" sz="2800" dirty="0" err="1" smtClean="0"/>
              <a:t>empites</a:t>
            </a:r>
            <a:r>
              <a:rPr lang="en-US" sz="2800" dirty="0" smtClean="0"/>
              <a:t> the set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 err="1"/>
              <a:t>m</a:t>
            </a:r>
            <a:r>
              <a:rPr lang="en-US" sz="2800" dirty="0" err="1" smtClean="0"/>
              <a:t>yset.pop</a:t>
            </a:r>
            <a:r>
              <a:rPr lang="en-US" sz="2800" dirty="0" smtClean="0"/>
              <a:t>()</a:t>
            </a:r>
            <a:r>
              <a:rPr lang="en-US" sz="2800" dirty="0"/>
              <a:t> </a:t>
            </a:r>
            <a:r>
              <a:rPr lang="en-US" sz="2800" dirty="0" smtClean="0"/>
              <a:t>will remove a random value from set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 err="1" smtClean="0"/>
              <a:t>myset.union</a:t>
            </a:r>
            <a:r>
              <a:rPr lang="en-US" sz="2800" dirty="0" smtClean="0"/>
              <a:t>(set2) combine  both set values and returns new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sz="2800" dirty="0" smtClean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 err="1" smtClean="0"/>
              <a:t>myset.intersection</a:t>
            </a:r>
            <a:r>
              <a:rPr lang="en-US" sz="2800" dirty="0" smtClean="0"/>
              <a:t>() combines common values </a:t>
            </a:r>
            <a:r>
              <a:rPr lang="en-US" sz="2800" dirty="0"/>
              <a:t>and returns new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5366083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84813" y="254832"/>
            <a:ext cx="11677338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 smtClean="0"/>
              <a:t>EXAMPLE 1: Using operators for union, intersection and difference</a:t>
            </a:r>
            <a:endParaRPr lang="en-US" sz="4000" b="1" dirty="0" smtClean="0"/>
          </a:p>
          <a:p>
            <a:pPr>
              <a:lnSpc>
                <a:spcPct val="150000"/>
              </a:lnSpc>
            </a:pPr>
            <a:r>
              <a:rPr lang="en-US" sz="4000" dirty="0"/>
              <a:t>A = {"Python", "AI"}</a:t>
            </a:r>
          </a:p>
          <a:p>
            <a:pPr>
              <a:lnSpc>
                <a:spcPct val="150000"/>
              </a:lnSpc>
            </a:pPr>
            <a:r>
              <a:rPr lang="en-US" sz="4000" dirty="0"/>
              <a:t>B = {"AI", "ML", "Python</a:t>
            </a:r>
            <a:r>
              <a:rPr lang="en-US" sz="4000" dirty="0" smtClean="0"/>
              <a:t>"}</a:t>
            </a:r>
            <a:endParaRPr lang="en-US" sz="4000" dirty="0"/>
          </a:p>
          <a:p>
            <a:pPr>
              <a:lnSpc>
                <a:spcPct val="150000"/>
              </a:lnSpc>
            </a:pPr>
            <a:r>
              <a:rPr lang="en-US" sz="4000" dirty="0"/>
              <a:t>print(A | B)   # Union</a:t>
            </a:r>
          </a:p>
          <a:p>
            <a:pPr>
              <a:lnSpc>
                <a:spcPct val="150000"/>
              </a:lnSpc>
            </a:pPr>
            <a:r>
              <a:rPr lang="en-US" sz="4000" dirty="0"/>
              <a:t>print(A &amp; B)   # Intersection</a:t>
            </a:r>
          </a:p>
          <a:p>
            <a:pPr>
              <a:lnSpc>
                <a:spcPct val="150000"/>
              </a:lnSpc>
            </a:pPr>
            <a:r>
              <a:rPr lang="en-US" sz="4000" dirty="0"/>
              <a:t>print(B - A)   # Difference</a:t>
            </a:r>
          </a:p>
        </p:txBody>
      </p:sp>
    </p:spTree>
    <p:extLst>
      <p:ext uri="{BB962C8B-B14F-4D97-AF65-F5344CB8AC3E}">
        <p14:creationId xmlns:p14="http://schemas.microsoft.com/office/powerpoint/2010/main" val="228707081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99803" y="194871"/>
            <a:ext cx="11677338" cy="6801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EXAMPLE 2: </a:t>
            </a:r>
            <a:r>
              <a:rPr lang="en-US" sz="2400" b="1" dirty="0"/>
              <a:t>Feature </a:t>
            </a:r>
            <a:r>
              <a:rPr lang="en-US" sz="2400" b="1" dirty="0" smtClean="0"/>
              <a:t>Engineering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skills </a:t>
            </a:r>
            <a:r>
              <a:rPr lang="en-US" sz="2400" dirty="0"/>
              <a:t>= [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    "Python",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    "AI",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    "Python",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    "Machine Learning",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    "AI"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]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800" dirty="0" err="1"/>
              <a:t>unique_skills</a:t>
            </a:r>
            <a:r>
              <a:rPr lang="en-US" sz="2800" dirty="0"/>
              <a:t> = set(skills</a:t>
            </a:r>
            <a:r>
              <a:rPr lang="en-US" sz="2800" dirty="0" smtClean="0"/>
              <a:t>)</a:t>
            </a: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dirty="0"/>
              <a:t>print(</a:t>
            </a:r>
            <a:r>
              <a:rPr lang="en-US" sz="2800" dirty="0" err="1"/>
              <a:t>unique_skills</a:t>
            </a:r>
            <a:r>
              <a:rPr lang="en-US" sz="2800" dirty="0" smtClean="0"/>
              <a:t>)</a:t>
            </a:r>
            <a:endParaRPr lang="en-US" sz="2400" dirty="0" smtClean="0"/>
          </a:p>
          <a:p>
            <a:pPr>
              <a:lnSpc>
                <a:spcPct val="150000"/>
              </a:lnSpc>
            </a:pPr>
            <a:r>
              <a:rPr lang="en-US" sz="2400" dirty="0" smtClean="0"/>
              <a:t># </a:t>
            </a:r>
            <a:r>
              <a:rPr lang="en-US" sz="2400" dirty="0" err="1" smtClean="0"/>
              <a:t>ouput</a:t>
            </a:r>
            <a:r>
              <a:rPr lang="en-US" sz="2400" dirty="0"/>
              <a:t>: {'Python', 'AI', 'Machine Learning</a:t>
            </a:r>
            <a:r>
              <a:rPr lang="en-US" sz="2400" dirty="0" smtClean="0"/>
              <a:t>'}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Data Scientists clean data and remove duplicates before </a:t>
            </a:r>
            <a:r>
              <a:rPr lang="en-US" sz="2400" dirty="0" smtClean="0"/>
              <a:t>training </a:t>
            </a:r>
            <a:r>
              <a:rPr lang="en-US" sz="2400" dirty="0" smtClean="0"/>
              <a:t>models.</a:t>
            </a:r>
          </a:p>
        </p:txBody>
      </p:sp>
    </p:spTree>
    <p:extLst>
      <p:ext uri="{BB962C8B-B14F-4D97-AF65-F5344CB8AC3E}">
        <p14:creationId xmlns:p14="http://schemas.microsoft.com/office/powerpoint/2010/main" val="226144099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99803" y="194871"/>
            <a:ext cx="11677338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 smtClean="0"/>
              <a:t>EXAMPLE 3: NLP Vocabulary Building</a:t>
            </a:r>
          </a:p>
          <a:p>
            <a:pPr>
              <a:lnSpc>
                <a:spcPct val="150000"/>
              </a:lnSpc>
            </a:pPr>
            <a:r>
              <a:rPr lang="en-US" sz="2800" dirty="0" smtClean="0"/>
              <a:t>Before an AI model can understand text, it often creates a vocabulary of unique words. Sets help build vocabulary quickly.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text = "AI is changing the world and AI is growing</a:t>
            </a:r>
            <a:r>
              <a:rPr lang="en-US" sz="2800" dirty="0" smtClean="0"/>
              <a:t>"</a:t>
            </a: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dirty="0"/>
              <a:t>words = </a:t>
            </a:r>
            <a:r>
              <a:rPr lang="en-US" sz="2800" dirty="0" err="1"/>
              <a:t>text.lower</a:t>
            </a:r>
            <a:r>
              <a:rPr lang="en-US" sz="2800" dirty="0"/>
              <a:t>().split</a:t>
            </a:r>
            <a:r>
              <a:rPr lang="en-US" sz="2800" dirty="0" smtClean="0"/>
              <a:t>()</a:t>
            </a: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dirty="0"/>
              <a:t>vocabulary = set(words</a:t>
            </a:r>
            <a:r>
              <a:rPr lang="en-US" sz="2800" dirty="0" smtClean="0"/>
              <a:t>)</a:t>
            </a: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dirty="0"/>
              <a:t>print(vocabulary)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print("Vocabulary Size:", </a:t>
            </a:r>
            <a:r>
              <a:rPr lang="en-US" sz="2800" dirty="0" err="1"/>
              <a:t>len</a:t>
            </a:r>
            <a:r>
              <a:rPr lang="en-US" sz="2800" dirty="0"/>
              <a:t>(vocabulary</a:t>
            </a:r>
            <a:r>
              <a:rPr lang="en-US" sz="2800" dirty="0" smtClean="0"/>
              <a:t>))</a:t>
            </a:r>
          </a:p>
          <a:p>
            <a:pPr>
              <a:lnSpc>
                <a:spcPct val="150000"/>
              </a:lnSpc>
            </a:pPr>
            <a:r>
              <a:rPr lang="en-US" sz="2800" dirty="0" smtClean="0"/>
              <a:t>Above example is used in </a:t>
            </a:r>
            <a:r>
              <a:rPr lang="en-US" sz="2800" dirty="0" err="1" smtClean="0"/>
              <a:t>chatbots</a:t>
            </a:r>
            <a:r>
              <a:rPr lang="en-US" sz="2800" dirty="0" smtClean="0"/>
              <a:t>, text classification and 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388024140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99803" y="0"/>
            <a:ext cx="11677338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2800" b="1" dirty="0" smtClean="0"/>
              <a:t>EXAMPLE </a:t>
            </a:r>
            <a:r>
              <a:rPr lang="en-US" sz="2800" b="1" dirty="0" smtClean="0"/>
              <a:t>4: Recommendation </a:t>
            </a:r>
            <a:r>
              <a:rPr lang="en-US" sz="2800" b="1" dirty="0" err="1" smtClean="0"/>
              <a:t>Systemts</a:t>
            </a:r>
            <a:endParaRPr lang="en-US" sz="2800" b="1" dirty="0" smtClean="0"/>
          </a:p>
          <a:p>
            <a:pPr>
              <a:lnSpc>
                <a:spcPct val="200000"/>
              </a:lnSpc>
            </a:pPr>
            <a:r>
              <a:rPr lang="en-US" sz="3200" dirty="0"/>
              <a:t>Netflix, YouTube, and online shopping websites compare common interests between users to recommend content</a:t>
            </a:r>
            <a:r>
              <a:rPr lang="en-US" sz="3200" dirty="0" smtClean="0"/>
              <a:t>.</a:t>
            </a:r>
          </a:p>
          <a:p>
            <a:pPr>
              <a:lnSpc>
                <a:spcPct val="200000"/>
              </a:lnSpc>
            </a:pPr>
            <a:r>
              <a:rPr lang="en-US" sz="3200" dirty="0"/>
              <a:t>user1 = {"Python", "AI", "Data Science"}</a:t>
            </a:r>
          </a:p>
          <a:p>
            <a:pPr>
              <a:lnSpc>
                <a:spcPct val="200000"/>
              </a:lnSpc>
            </a:pPr>
            <a:r>
              <a:rPr lang="en-US" sz="3200" dirty="0"/>
              <a:t>user2 = {"Python", "Machine Learning", "AI</a:t>
            </a:r>
            <a:r>
              <a:rPr lang="en-US" sz="3200" dirty="0" smtClean="0"/>
              <a:t>"}</a:t>
            </a:r>
            <a:endParaRPr lang="en-US" sz="3200" dirty="0"/>
          </a:p>
          <a:p>
            <a:pPr>
              <a:lnSpc>
                <a:spcPct val="200000"/>
              </a:lnSpc>
            </a:pPr>
            <a:r>
              <a:rPr lang="en-US" sz="3200" dirty="0"/>
              <a:t>print(user1 &amp; user2</a:t>
            </a:r>
            <a:r>
              <a:rPr lang="en-US" sz="3200" dirty="0" smtClean="0"/>
              <a:t>)</a:t>
            </a:r>
          </a:p>
          <a:p>
            <a:pPr>
              <a:lnSpc>
                <a:spcPct val="200000"/>
              </a:lnSpc>
            </a:pPr>
            <a:r>
              <a:rPr lang="en-US" sz="3200" dirty="0"/>
              <a:t># Output: {'Python', 'AI'}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29919249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99803" y="194871"/>
            <a:ext cx="11677338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 smtClean="0"/>
              <a:t>Assignment: Create </a:t>
            </a:r>
            <a:r>
              <a:rPr lang="en-US" sz="3200" dirty="0"/>
              <a:t>a vocabulary builder that shows all unique words entered by the user</a:t>
            </a:r>
            <a:r>
              <a:rPr lang="en-US" sz="32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sz="3600" dirty="0" smtClean="0"/>
              <a:t>Solution:</a:t>
            </a:r>
          </a:p>
          <a:p>
            <a:pPr>
              <a:lnSpc>
                <a:spcPct val="150000"/>
              </a:lnSpc>
            </a:pPr>
            <a:r>
              <a:rPr lang="en-US" sz="3600" dirty="0"/>
              <a:t>sentence = input("Enter a sentence: </a:t>
            </a:r>
            <a:r>
              <a:rPr lang="en-US" sz="3600" dirty="0" smtClean="0"/>
              <a:t>")</a:t>
            </a:r>
            <a:endParaRPr lang="en-US" sz="3600" dirty="0"/>
          </a:p>
          <a:p>
            <a:pPr>
              <a:lnSpc>
                <a:spcPct val="150000"/>
              </a:lnSpc>
            </a:pPr>
            <a:r>
              <a:rPr lang="en-US" sz="3600" dirty="0"/>
              <a:t>words = </a:t>
            </a:r>
            <a:r>
              <a:rPr lang="en-US" sz="3600" dirty="0" err="1"/>
              <a:t>sentence.split</a:t>
            </a:r>
            <a:r>
              <a:rPr lang="en-US" sz="3600" dirty="0" smtClean="0"/>
              <a:t>()</a:t>
            </a:r>
            <a:endParaRPr lang="en-US" sz="3600" dirty="0"/>
          </a:p>
          <a:p>
            <a:pPr>
              <a:lnSpc>
                <a:spcPct val="150000"/>
              </a:lnSpc>
            </a:pPr>
            <a:r>
              <a:rPr lang="en-US" sz="3600" dirty="0" err="1"/>
              <a:t>unique_words</a:t>
            </a:r>
            <a:r>
              <a:rPr lang="en-US" sz="3600" dirty="0"/>
              <a:t> = set(words</a:t>
            </a:r>
            <a:r>
              <a:rPr lang="en-US" sz="3600" dirty="0" smtClean="0"/>
              <a:t>)</a:t>
            </a:r>
            <a:endParaRPr lang="en-US" sz="3600" dirty="0"/>
          </a:p>
          <a:p>
            <a:pPr>
              <a:lnSpc>
                <a:spcPct val="150000"/>
              </a:lnSpc>
            </a:pPr>
            <a:r>
              <a:rPr lang="en-US" sz="3600" dirty="0"/>
              <a:t>print("Unique Words:", </a:t>
            </a:r>
            <a:r>
              <a:rPr lang="en-US" sz="3600" dirty="0" err="1"/>
              <a:t>unique_words</a:t>
            </a:r>
            <a:r>
              <a:rPr lang="en-US" sz="3600" dirty="0"/>
              <a:t>)</a:t>
            </a:r>
          </a:p>
          <a:p>
            <a:pPr>
              <a:lnSpc>
                <a:spcPct val="150000"/>
              </a:lnSpc>
            </a:pPr>
            <a:r>
              <a:rPr lang="en-US" sz="3600" dirty="0"/>
              <a:t>print("Count:", </a:t>
            </a:r>
            <a:r>
              <a:rPr lang="en-US" sz="3600" dirty="0" err="1"/>
              <a:t>len</a:t>
            </a:r>
            <a:r>
              <a:rPr lang="en-US" sz="3600" dirty="0"/>
              <a:t>(</a:t>
            </a:r>
            <a:r>
              <a:rPr lang="en-US" sz="3600" dirty="0" err="1"/>
              <a:t>unique_words</a:t>
            </a:r>
            <a:r>
              <a:rPr lang="en-US" sz="3600" dirty="0"/>
              <a:t>))</a:t>
            </a:r>
            <a:endParaRPr lang="en-US" sz="3600" dirty="0" smtClean="0"/>
          </a:p>
        </p:txBody>
      </p:sp>
    </p:spTree>
    <p:extLst>
      <p:ext uri="{BB962C8B-B14F-4D97-AF65-F5344CB8AC3E}">
        <p14:creationId xmlns:p14="http://schemas.microsoft.com/office/powerpoint/2010/main" val="77796710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1354" y="1969477"/>
            <a:ext cx="11310424" cy="22159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3800" dirty="0" smtClean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rPr>
              <a:t>THE END</a:t>
            </a:r>
            <a:endParaRPr lang="en-US" sz="13800" dirty="0"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4872808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1168</TotalTime>
  <Words>443</Words>
  <Application>Microsoft Office PowerPoint</Application>
  <PresentationFormat>Widescreen</PresentationFormat>
  <Paragraphs>71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Bookman Old Style</vt:lpstr>
      <vt:lpstr>Rockwell</vt:lpstr>
      <vt:lpstr>Wingdings</vt:lpstr>
      <vt:lpstr>Damask</vt:lpstr>
      <vt:lpstr>PYTHON WITH AI</vt:lpstr>
      <vt:lpstr>LECTURE 12</vt:lpstr>
      <vt:lpstr>What is a Set?</vt:lpstr>
      <vt:lpstr>Set Usage in AI</vt:lpstr>
      <vt:lpstr>Set Functions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WITH AI</dc:title>
  <dc:creator>Haroon Ali</dc:creator>
  <cp:lastModifiedBy>Haroon Ali</cp:lastModifiedBy>
  <cp:revision>143</cp:revision>
  <dcterms:created xsi:type="dcterms:W3CDTF">2026-05-24T19:41:59Z</dcterms:created>
  <dcterms:modified xsi:type="dcterms:W3CDTF">2026-06-09T11:27:50Z</dcterms:modified>
</cp:coreProperties>
</file>