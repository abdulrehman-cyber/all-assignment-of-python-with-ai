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76" r:id="rId5"/>
    <p:sldId id="277" r:id="rId6"/>
    <p:sldId id="278" r:id="rId7"/>
    <p:sldId id="279" r:id="rId8"/>
    <p:sldId id="281" r:id="rId9"/>
    <p:sldId id="280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LECTURE 13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921" y="3602038"/>
            <a:ext cx="11887200" cy="16557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WHILE LOOP, BREAK, CONTINUE &amp; PASS STATEMENTS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39896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b="0" cap="none" dirty="0" smtClean="0">
                <a:effectLst/>
              </a:rPr>
              <a:t>WHILE LOOP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027360"/>
            <a:ext cx="9542424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Loops are used to repea</a:t>
            </a:r>
            <a:r>
              <a:rPr lang="en-US" dirty="0" smtClean="0">
                <a:effectLst/>
              </a:rPr>
              <a:t>t information according to some condition. We define our condition in the loop.</a:t>
            </a:r>
            <a:r>
              <a:rPr lang="en-US" sz="1800" dirty="0">
                <a:effectLst/>
              </a:rPr>
              <a:t> </a:t>
            </a:r>
            <a:r>
              <a:rPr lang="en-US" dirty="0">
                <a:effectLst/>
              </a:rPr>
              <a:t>In Artificial Intelligence (AI) and Machine Learning (ML), loops are primarily used to train models across multiple iterations (epochs), preprocess massive datasets, and run optimization algorithms.</a:t>
            </a:r>
            <a:r>
              <a:rPr lang="en-US" dirty="0" smtClean="0">
                <a:effectLst/>
              </a:rPr>
              <a:t> For example,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Count = 1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While count &lt;= 10</a:t>
            </a:r>
            <a:r>
              <a:rPr lang="en-US" dirty="0" smtClean="0">
                <a:effectLst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	print(“Hello” , count)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	</a:t>
            </a:r>
            <a:r>
              <a:rPr lang="en-US" dirty="0" smtClean="0">
                <a:effectLst/>
              </a:rPr>
              <a:t>count += 1</a:t>
            </a:r>
          </a:p>
        </p:txBody>
      </p:sp>
    </p:spTree>
    <p:extLst>
      <p:ext uri="{BB962C8B-B14F-4D97-AF65-F5344CB8AC3E}">
        <p14:creationId xmlns:p14="http://schemas.microsoft.com/office/powerpoint/2010/main" val="42783537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645" y="1464301"/>
            <a:ext cx="5528873" cy="447180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Print Numbers from 1 to 100</a:t>
            </a:r>
          </a:p>
          <a:p>
            <a:pPr algn="l">
              <a:lnSpc>
                <a:spcPct val="150000"/>
              </a:lnSpc>
            </a:pPr>
            <a:r>
              <a:rPr lang="en-US" sz="3200" dirty="0" err="1" smtClean="0">
                <a:effectLst/>
              </a:rPr>
              <a:t>i</a:t>
            </a:r>
            <a:r>
              <a:rPr lang="en-US" sz="3200" dirty="0" smtClean="0">
                <a:effectLst/>
              </a:rPr>
              <a:t> </a:t>
            </a:r>
            <a:r>
              <a:rPr lang="en-US" sz="3200" dirty="0">
                <a:effectLst/>
              </a:rPr>
              <a:t>= 1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while </a:t>
            </a:r>
            <a:r>
              <a:rPr lang="en-US" sz="3200" dirty="0" err="1">
                <a:effectLst/>
              </a:rPr>
              <a:t>i</a:t>
            </a:r>
            <a:r>
              <a:rPr lang="en-US" sz="3200" dirty="0">
                <a:effectLst/>
              </a:rPr>
              <a:t>&lt;=100: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print(</a:t>
            </a:r>
            <a:r>
              <a:rPr lang="en-US" sz="3200" dirty="0" err="1" smtClean="0">
                <a:effectLst/>
              </a:rPr>
              <a:t>i</a:t>
            </a:r>
            <a:r>
              <a:rPr lang="en-US" sz="3200" dirty="0">
                <a:effectLst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sz="3200" dirty="0" err="1" smtClean="0">
                <a:effectLst/>
              </a:rPr>
              <a:t>i</a:t>
            </a:r>
            <a:r>
              <a:rPr lang="en-US" sz="3200" dirty="0" smtClean="0">
                <a:effectLst/>
              </a:rPr>
              <a:t> </a:t>
            </a:r>
            <a:r>
              <a:rPr lang="en-US" sz="3200" dirty="0">
                <a:effectLst/>
              </a:rPr>
              <a:t>+= </a:t>
            </a:r>
            <a:r>
              <a:rPr lang="en-US" sz="3200" dirty="0" smtClean="0">
                <a:effectLst/>
              </a:rPr>
              <a:t>1</a:t>
            </a:r>
            <a:endParaRPr lang="en-US" sz="3200" dirty="0">
              <a:effectLst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100996" y="1464301"/>
            <a:ext cx="5528873" cy="47416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Print Numbers from 100 to 1</a:t>
            </a:r>
          </a:p>
          <a:p>
            <a:pPr algn="l">
              <a:lnSpc>
                <a:spcPct val="150000"/>
              </a:lnSpc>
            </a:pPr>
            <a:r>
              <a:rPr lang="nn-NO" sz="3600" dirty="0" smtClean="0">
                <a:effectLst/>
              </a:rPr>
              <a:t> </a:t>
            </a:r>
            <a:r>
              <a:rPr lang="nn-NO" sz="3600" dirty="0">
                <a:effectLst/>
              </a:rPr>
              <a:t>i = 100</a:t>
            </a:r>
          </a:p>
          <a:p>
            <a:pPr algn="l">
              <a:lnSpc>
                <a:spcPct val="150000"/>
              </a:lnSpc>
            </a:pPr>
            <a:r>
              <a:rPr lang="nn-NO" sz="3600" dirty="0" smtClean="0">
                <a:effectLst/>
              </a:rPr>
              <a:t> </a:t>
            </a:r>
            <a:r>
              <a:rPr lang="nn-NO" sz="3600" dirty="0">
                <a:effectLst/>
              </a:rPr>
              <a:t>while i&gt;=1:</a:t>
            </a:r>
          </a:p>
          <a:p>
            <a:pPr algn="l">
              <a:lnSpc>
                <a:spcPct val="150000"/>
              </a:lnSpc>
            </a:pPr>
            <a:r>
              <a:rPr lang="nn-NO" sz="3600" dirty="0" smtClean="0">
                <a:effectLst/>
              </a:rPr>
              <a:t> </a:t>
            </a:r>
            <a:r>
              <a:rPr lang="nn-NO" sz="3600" dirty="0">
                <a:effectLst/>
              </a:rPr>
              <a:t>    print(i)</a:t>
            </a:r>
          </a:p>
          <a:p>
            <a:pPr algn="l">
              <a:lnSpc>
                <a:spcPct val="150000"/>
              </a:lnSpc>
            </a:pPr>
            <a:r>
              <a:rPr lang="nn-NO" sz="3600" dirty="0" smtClean="0">
                <a:effectLst/>
              </a:rPr>
              <a:t> </a:t>
            </a:r>
            <a:r>
              <a:rPr lang="nn-NO" sz="3600" dirty="0">
                <a:effectLst/>
              </a:rPr>
              <a:t>    i -= </a:t>
            </a:r>
            <a:r>
              <a:rPr lang="nn-NO" sz="3600" dirty="0" smtClean="0">
                <a:effectLst/>
              </a:rPr>
              <a:t>1</a:t>
            </a:r>
            <a:endParaRPr lang="nn-NO" sz="3600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3081" y="179882"/>
            <a:ext cx="65956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EXERCISE QUESTIONS 1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7491797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644" y="1104537"/>
            <a:ext cx="5528873" cy="5101391"/>
          </a:xfrm>
        </p:spPr>
        <p:txBody>
          <a:bodyPr>
            <a:noAutofit/>
          </a:bodyPr>
          <a:lstStyle/>
          <a:p>
            <a:pPr algn="l"/>
            <a:r>
              <a:rPr lang="en-US" sz="2800" dirty="0" smtClean="0">
                <a:effectLst/>
              </a:rPr>
              <a:t>Print </a:t>
            </a:r>
            <a:r>
              <a:rPr lang="en-US" sz="2800" dirty="0">
                <a:effectLst/>
              </a:rPr>
              <a:t>the multiplication table of a number n. take n from user</a:t>
            </a:r>
          </a:p>
          <a:p>
            <a:pPr algn="l"/>
            <a:r>
              <a:rPr lang="en-US" sz="2800" dirty="0" smtClean="0">
                <a:effectLst/>
              </a:rPr>
              <a:t> </a:t>
            </a:r>
            <a:r>
              <a:rPr lang="en-US" sz="2800" dirty="0" err="1">
                <a:effectLst/>
              </a:rPr>
              <a:t>i</a:t>
            </a:r>
            <a:r>
              <a:rPr lang="en-US" sz="2800" dirty="0">
                <a:effectLst/>
              </a:rPr>
              <a:t> = 1</a:t>
            </a:r>
          </a:p>
          <a:p>
            <a:pPr algn="l"/>
            <a:r>
              <a:rPr lang="en-US" sz="2800" dirty="0" smtClean="0">
                <a:effectLst/>
              </a:rPr>
              <a:t> </a:t>
            </a:r>
            <a:r>
              <a:rPr lang="en-US" sz="2800" dirty="0">
                <a:effectLst/>
              </a:rPr>
              <a:t>n = </a:t>
            </a:r>
            <a:r>
              <a:rPr lang="en-US" sz="2800" dirty="0" err="1">
                <a:effectLst/>
              </a:rPr>
              <a:t>int</a:t>
            </a:r>
            <a:r>
              <a:rPr lang="en-US" sz="2800" dirty="0">
                <a:effectLst/>
              </a:rPr>
              <a:t>(input("Type a number for generating table: "))</a:t>
            </a:r>
          </a:p>
          <a:p>
            <a:pPr algn="l"/>
            <a:r>
              <a:rPr lang="en-US" sz="2800" dirty="0" smtClean="0">
                <a:effectLst/>
              </a:rPr>
              <a:t> </a:t>
            </a:r>
            <a:r>
              <a:rPr lang="en-US" sz="2800" dirty="0">
                <a:effectLst/>
              </a:rPr>
              <a:t>while </a:t>
            </a:r>
            <a:r>
              <a:rPr lang="en-US" sz="2800" dirty="0" err="1">
                <a:effectLst/>
              </a:rPr>
              <a:t>i</a:t>
            </a:r>
            <a:r>
              <a:rPr lang="en-US" sz="2800" dirty="0">
                <a:effectLst/>
              </a:rPr>
              <a:t> &lt;= 10:</a:t>
            </a:r>
          </a:p>
          <a:p>
            <a:pPr algn="l"/>
            <a:r>
              <a:rPr lang="en-US" sz="2800" dirty="0">
                <a:effectLst/>
              </a:rPr>
              <a:t>    print(n," x",</a:t>
            </a:r>
            <a:r>
              <a:rPr lang="en-US" sz="2800" dirty="0" err="1">
                <a:effectLst/>
              </a:rPr>
              <a:t>i</a:t>
            </a:r>
            <a:r>
              <a:rPr lang="en-US" sz="2800" dirty="0">
                <a:effectLst/>
              </a:rPr>
              <a:t>, "=", n*</a:t>
            </a:r>
            <a:r>
              <a:rPr lang="en-US" sz="2800" dirty="0" err="1">
                <a:effectLst/>
              </a:rPr>
              <a:t>i</a:t>
            </a:r>
            <a:r>
              <a:rPr lang="en-US" sz="2800" dirty="0">
                <a:effectLst/>
              </a:rPr>
              <a:t>)</a:t>
            </a:r>
          </a:p>
          <a:p>
            <a:pPr algn="l"/>
            <a:r>
              <a:rPr lang="en-US" sz="2800" dirty="0">
                <a:effectLst/>
              </a:rPr>
              <a:t>    </a:t>
            </a:r>
            <a:r>
              <a:rPr lang="en-US" sz="2800" dirty="0" err="1">
                <a:effectLst/>
              </a:rPr>
              <a:t>i</a:t>
            </a:r>
            <a:r>
              <a:rPr lang="en-US" sz="2800" dirty="0">
                <a:effectLst/>
              </a:rPr>
              <a:t> += </a:t>
            </a:r>
            <a:r>
              <a:rPr lang="en-US" sz="2800" dirty="0" smtClean="0">
                <a:effectLst/>
              </a:rPr>
              <a:t>1</a:t>
            </a:r>
            <a:endParaRPr lang="en-US" sz="2800" dirty="0">
              <a:effectLst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5846165" y="1104537"/>
            <a:ext cx="5783704" cy="53112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 smtClean="0">
                <a:effectLst/>
              </a:rPr>
              <a:t>Search </a:t>
            </a:r>
            <a:r>
              <a:rPr lang="en-US" sz="2000" dirty="0">
                <a:effectLst/>
              </a:rPr>
              <a:t>for a number x in this tuple using loop:</a:t>
            </a:r>
          </a:p>
          <a:p>
            <a:pPr algn="l"/>
            <a:r>
              <a:rPr lang="en-US" sz="2000" dirty="0" smtClean="0">
                <a:effectLst/>
              </a:rPr>
              <a:t> </a:t>
            </a:r>
            <a:r>
              <a:rPr lang="en-US" sz="2000" dirty="0" err="1">
                <a:effectLst/>
              </a:rPr>
              <a:t>nums</a:t>
            </a:r>
            <a:r>
              <a:rPr lang="en-US" sz="2000" dirty="0">
                <a:effectLst/>
              </a:rPr>
              <a:t> = [18, 19, 20, 21, 22, 23, 24, 25]</a:t>
            </a:r>
          </a:p>
          <a:p>
            <a:pPr algn="l"/>
            <a:r>
              <a:rPr lang="en-US" sz="2000" dirty="0" smtClean="0">
                <a:effectLst/>
              </a:rPr>
              <a:t> </a:t>
            </a:r>
            <a:r>
              <a:rPr lang="en-US" sz="2000" dirty="0" err="1">
                <a:effectLst/>
              </a:rPr>
              <a:t>myage</a:t>
            </a:r>
            <a:r>
              <a:rPr lang="en-US" sz="2000" dirty="0">
                <a:effectLst/>
              </a:rPr>
              <a:t> = 24</a:t>
            </a:r>
          </a:p>
          <a:p>
            <a:pPr algn="l"/>
            <a:r>
              <a:rPr lang="en-US" sz="2000" dirty="0" smtClean="0">
                <a:effectLst/>
              </a:rPr>
              <a:t> </a:t>
            </a:r>
            <a:r>
              <a:rPr lang="en-US" sz="2000" dirty="0" err="1">
                <a:effectLst/>
              </a:rPr>
              <a:t>i</a:t>
            </a:r>
            <a:r>
              <a:rPr lang="en-US" sz="2000" dirty="0">
                <a:effectLst/>
              </a:rPr>
              <a:t> = 0</a:t>
            </a:r>
          </a:p>
          <a:p>
            <a:pPr algn="l"/>
            <a:r>
              <a:rPr lang="en-US" sz="2000" dirty="0" smtClean="0">
                <a:effectLst/>
              </a:rPr>
              <a:t> </a:t>
            </a:r>
            <a:r>
              <a:rPr lang="en-US" sz="2000" dirty="0">
                <a:effectLst/>
              </a:rPr>
              <a:t>while </a:t>
            </a:r>
            <a:r>
              <a:rPr lang="en-US" sz="2000" dirty="0" err="1">
                <a:effectLst/>
              </a:rPr>
              <a:t>i</a:t>
            </a:r>
            <a:r>
              <a:rPr lang="en-US" sz="2000" dirty="0">
                <a:effectLst/>
              </a:rPr>
              <a:t> &lt; </a:t>
            </a:r>
            <a:r>
              <a:rPr lang="en-US" sz="2000" dirty="0" err="1">
                <a:effectLst/>
              </a:rPr>
              <a:t>len</a:t>
            </a:r>
            <a:r>
              <a:rPr lang="en-US" sz="2000" dirty="0">
                <a:effectLst/>
              </a:rPr>
              <a:t>(</a:t>
            </a:r>
            <a:r>
              <a:rPr lang="en-US" sz="2000" dirty="0" err="1">
                <a:effectLst/>
              </a:rPr>
              <a:t>nums</a:t>
            </a:r>
            <a:r>
              <a:rPr lang="en-US" sz="2000" dirty="0">
                <a:effectLst/>
              </a:rPr>
              <a:t>):</a:t>
            </a:r>
          </a:p>
          <a:p>
            <a:pPr algn="l"/>
            <a:r>
              <a:rPr lang="en-US" sz="2000" dirty="0" smtClean="0">
                <a:effectLst/>
              </a:rPr>
              <a:t> </a:t>
            </a:r>
            <a:r>
              <a:rPr lang="en-US" sz="2000" dirty="0">
                <a:effectLst/>
              </a:rPr>
              <a:t>    if(</a:t>
            </a:r>
            <a:r>
              <a:rPr lang="en-US" sz="2000" dirty="0" err="1">
                <a:effectLst/>
              </a:rPr>
              <a:t>nums</a:t>
            </a:r>
            <a:r>
              <a:rPr lang="en-US" sz="2000" dirty="0">
                <a:effectLst/>
              </a:rPr>
              <a:t>[</a:t>
            </a:r>
            <a:r>
              <a:rPr lang="en-US" sz="2000" dirty="0" err="1">
                <a:effectLst/>
              </a:rPr>
              <a:t>i</a:t>
            </a:r>
            <a:r>
              <a:rPr lang="en-US" sz="2000" dirty="0">
                <a:effectLst/>
              </a:rPr>
              <a:t>]==</a:t>
            </a:r>
            <a:r>
              <a:rPr lang="en-US" sz="2000" dirty="0" err="1">
                <a:effectLst/>
              </a:rPr>
              <a:t>myage</a:t>
            </a:r>
            <a:r>
              <a:rPr lang="en-US" sz="2000" dirty="0">
                <a:effectLst/>
              </a:rPr>
              <a:t>):</a:t>
            </a:r>
          </a:p>
          <a:p>
            <a:pPr algn="l"/>
            <a:r>
              <a:rPr lang="en-US" sz="2000" dirty="0" smtClean="0">
                <a:effectLst/>
              </a:rPr>
              <a:t> </a:t>
            </a:r>
            <a:r>
              <a:rPr lang="en-US" sz="2000" dirty="0">
                <a:effectLst/>
              </a:rPr>
              <a:t>       print("Found at", </a:t>
            </a:r>
            <a:r>
              <a:rPr lang="en-US" sz="2000" dirty="0" err="1">
                <a:effectLst/>
              </a:rPr>
              <a:t>i</a:t>
            </a:r>
            <a:r>
              <a:rPr lang="en-US" sz="2000" dirty="0">
                <a:effectLst/>
              </a:rPr>
              <a:t>)</a:t>
            </a:r>
          </a:p>
          <a:p>
            <a:pPr algn="l"/>
            <a:r>
              <a:rPr lang="en-US" sz="2000" dirty="0" smtClean="0">
                <a:effectLst/>
              </a:rPr>
              <a:t> </a:t>
            </a:r>
            <a:r>
              <a:rPr lang="en-US" sz="2000" dirty="0">
                <a:effectLst/>
              </a:rPr>
              <a:t>    else:</a:t>
            </a:r>
          </a:p>
          <a:p>
            <a:pPr algn="l"/>
            <a:r>
              <a:rPr lang="en-US" sz="2000" dirty="0" smtClean="0">
                <a:effectLst/>
              </a:rPr>
              <a:t> </a:t>
            </a:r>
            <a:r>
              <a:rPr lang="en-US" sz="2000" dirty="0">
                <a:effectLst/>
              </a:rPr>
              <a:t>        print("Finding") </a:t>
            </a:r>
            <a:endParaRPr lang="en-US" sz="2000" dirty="0" smtClean="0">
              <a:effectLst/>
            </a:endParaRPr>
          </a:p>
          <a:p>
            <a:pPr algn="l"/>
            <a:r>
              <a:rPr lang="en-US" sz="2000" dirty="0" smtClean="0">
                <a:effectLst/>
              </a:rPr>
              <a:t>     </a:t>
            </a:r>
            <a:r>
              <a:rPr lang="en-US" sz="2000" dirty="0" err="1" smtClean="0">
                <a:effectLst/>
              </a:rPr>
              <a:t>i</a:t>
            </a:r>
            <a:r>
              <a:rPr lang="en-US" sz="2000" dirty="0" smtClean="0">
                <a:effectLst/>
              </a:rPr>
              <a:t> += 1</a:t>
            </a:r>
            <a:endParaRPr lang="en-US" sz="2000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3081" y="179882"/>
            <a:ext cx="65806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EXERCISE QUESTIONS 2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4412469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b="0" cap="none" dirty="0" smtClean="0">
                <a:effectLst/>
              </a:rPr>
              <a:t>BREAK STATEMENT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027360"/>
            <a:ext cx="9542424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 smtClean="0">
                <a:effectLst/>
              </a:rPr>
              <a:t>When the code reaches the break statement, it stopes immediately there and nothing is executed below the break statement. It is often used in loops. For example,</a:t>
            </a:r>
          </a:p>
          <a:p>
            <a:pPr algn="l"/>
            <a:r>
              <a:rPr lang="en-US" sz="2800" dirty="0" smtClean="0">
                <a:effectLst/>
              </a:rPr>
              <a:t>count </a:t>
            </a:r>
            <a:r>
              <a:rPr lang="en-US" sz="2800" dirty="0">
                <a:effectLst/>
              </a:rPr>
              <a:t>= 1</a:t>
            </a:r>
          </a:p>
          <a:p>
            <a:pPr algn="l"/>
            <a:r>
              <a:rPr lang="en-US" sz="2800" dirty="0" smtClean="0">
                <a:effectLst/>
              </a:rPr>
              <a:t>while </a:t>
            </a:r>
            <a:r>
              <a:rPr lang="en-US" sz="2800" dirty="0">
                <a:effectLst/>
              </a:rPr>
              <a:t>count &lt;= 10:</a:t>
            </a:r>
          </a:p>
          <a:p>
            <a:pPr algn="l"/>
            <a:r>
              <a:rPr lang="en-US" sz="2800" dirty="0" smtClean="0">
                <a:effectLst/>
              </a:rPr>
              <a:t>if(count </a:t>
            </a:r>
            <a:r>
              <a:rPr lang="en-US" sz="2800" dirty="0">
                <a:effectLst/>
              </a:rPr>
              <a:t>== 5</a:t>
            </a:r>
            <a:r>
              <a:rPr lang="en-US" sz="2800" dirty="0" smtClean="0">
                <a:effectLst/>
              </a:rPr>
              <a:t>):</a:t>
            </a:r>
          </a:p>
          <a:p>
            <a:pPr algn="l"/>
            <a:r>
              <a:rPr lang="en-US" sz="2800" dirty="0">
                <a:effectLst/>
              </a:rPr>
              <a:t>b</a:t>
            </a:r>
            <a:r>
              <a:rPr lang="en-US" sz="2800" dirty="0" smtClean="0">
                <a:effectLst/>
              </a:rPr>
              <a:t>reak</a:t>
            </a:r>
            <a:endParaRPr lang="en-US" sz="2800" dirty="0">
              <a:effectLst/>
            </a:endParaRPr>
          </a:p>
          <a:p>
            <a:pPr algn="l"/>
            <a:r>
              <a:rPr lang="en-US" sz="2800" dirty="0" smtClean="0">
                <a:effectLst/>
              </a:rPr>
              <a:t>print(count</a:t>
            </a:r>
            <a:r>
              <a:rPr lang="en-US" sz="2800" dirty="0">
                <a:effectLst/>
              </a:rPr>
              <a:t>)</a:t>
            </a:r>
          </a:p>
          <a:p>
            <a:pPr algn="l"/>
            <a:r>
              <a:rPr lang="en-US" sz="2800" dirty="0">
                <a:effectLst/>
              </a:rPr>
              <a:t>c</a:t>
            </a:r>
            <a:r>
              <a:rPr lang="en-US" sz="2800" dirty="0" smtClean="0">
                <a:effectLst/>
              </a:rPr>
              <a:t>ount </a:t>
            </a:r>
            <a:r>
              <a:rPr lang="en-US" sz="2800" dirty="0">
                <a:effectLst/>
              </a:rPr>
              <a:t>+= </a:t>
            </a:r>
            <a:r>
              <a:rPr lang="en-US" sz="2800" dirty="0" smtClean="0">
                <a:effectLst/>
              </a:rPr>
              <a:t>1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55883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b="0" cap="none" dirty="0" smtClean="0">
                <a:effectLst/>
              </a:rPr>
              <a:t>CONTINUE STATEMENT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027360"/>
            <a:ext cx="9542424" cy="5718214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effectLst/>
              </a:rPr>
              <a:t>It terminates </a:t>
            </a:r>
            <a:r>
              <a:rPr lang="en-US" dirty="0">
                <a:effectLst/>
              </a:rPr>
              <a:t>execution in the current iteration &amp; continues execution of the loop with the next iteration. In short it is used when you want to skip certain values.</a:t>
            </a:r>
          </a:p>
          <a:p>
            <a:pPr algn="l"/>
            <a:r>
              <a:rPr lang="en-US" dirty="0">
                <a:effectLst/>
              </a:rPr>
              <a:t>count = 1</a:t>
            </a:r>
          </a:p>
          <a:p>
            <a:pPr algn="l"/>
            <a:r>
              <a:rPr lang="en-US" dirty="0">
                <a:effectLst/>
              </a:rPr>
              <a:t>while count &lt;= 10:</a:t>
            </a:r>
          </a:p>
          <a:p>
            <a:pPr algn="l"/>
            <a:r>
              <a:rPr lang="en-US" dirty="0">
                <a:effectLst/>
              </a:rPr>
              <a:t>    if(count == 3):</a:t>
            </a:r>
          </a:p>
          <a:p>
            <a:pPr algn="l"/>
            <a:r>
              <a:rPr lang="en-US" dirty="0">
                <a:effectLst/>
              </a:rPr>
              <a:t>        count += 1</a:t>
            </a:r>
          </a:p>
          <a:p>
            <a:pPr algn="l"/>
            <a:r>
              <a:rPr lang="en-US" dirty="0">
                <a:effectLst/>
              </a:rPr>
              <a:t>        continue</a:t>
            </a:r>
          </a:p>
          <a:p>
            <a:pPr algn="l"/>
            <a:r>
              <a:rPr lang="en-US" dirty="0">
                <a:effectLst/>
              </a:rPr>
              <a:t>    print(count)</a:t>
            </a:r>
          </a:p>
          <a:p>
            <a:pPr algn="l"/>
            <a:r>
              <a:rPr lang="en-US" dirty="0">
                <a:effectLst/>
              </a:rPr>
              <a:t>    count += 1</a:t>
            </a:r>
          </a:p>
          <a:p>
            <a:pPr algn="l">
              <a:lnSpc>
                <a:spcPct val="150000"/>
              </a:lnSpc>
            </a:pP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680658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05853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b="0" cap="none" dirty="0" smtClean="0">
                <a:effectLst/>
              </a:rPr>
              <a:t>AI EXAMPLE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892449"/>
            <a:ext cx="10336902" cy="5718214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An AI model trains until it reaches 90% accuracy — it stops as soon as the goal is met. This is how Break is used in real AI </a:t>
            </a:r>
            <a:r>
              <a:rPr lang="en-US" dirty="0" smtClean="0"/>
              <a:t>training.</a:t>
            </a:r>
            <a:endParaRPr lang="en-US" sz="2800" dirty="0" smtClean="0">
              <a:effectLst/>
            </a:endParaRPr>
          </a:p>
          <a:p>
            <a:pPr algn="l"/>
            <a:r>
              <a:rPr lang="en-US" sz="2800" dirty="0" smtClean="0">
                <a:effectLst/>
              </a:rPr>
              <a:t>accuracy </a:t>
            </a:r>
            <a:r>
              <a:rPr lang="en-US" sz="2800" dirty="0">
                <a:effectLst/>
              </a:rPr>
              <a:t>= </a:t>
            </a:r>
            <a:r>
              <a:rPr lang="en-US" sz="2800" dirty="0" smtClean="0">
                <a:effectLst/>
              </a:rPr>
              <a:t>0</a:t>
            </a:r>
            <a:endParaRPr lang="en-US" sz="2800" dirty="0">
              <a:effectLst/>
            </a:endParaRPr>
          </a:p>
          <a:p>
            <a:pPr algn="l"/>
            <a:r>
              <a:rPr lang="en-US" sz="2800" dirty="0">
                <a:effectLst/>
              </a:rPr>
              <a:t>while accuracy &lt; 100:</a:t>
            </a:r>
          </a:p>
          <a:p>
            <a:pPr algn="l"/>
            <a:r>
              <a:rPr lang="en-US" sz="2800" dirty="0">
                <a:effectLst/>
              </a:rPr>
              <a:t>    accuracy += 10</a:t>
            </a:r>
          </a:p>
          <a:p>
            <a:pPr algn="l"/>
            <a:r>
              <a:rPr lang="en-US" sz="2800" dirty="0">
                <a:effectLst/>
              </a:rPr>
              <a:t>    print("Training... Accuracy:", accuracy, "%")</a:t>
            </a:r>
          </a:p>
          <a:p>
            <a:pPr algn="l"/>
            <a:r>
              <a:rPr lang="en-US" sz="2800" dirty="0">
                <a:effectLst/>
              </a:rPr>
              <a:t>    if accuracy &gt;= 90:</a:t>
            </a:r>
          </a:p>
          <a:p>
            <a:pPr algn="l"/>
            <a:r>
              <a:rPr lang="en-US" sz="2800" dirty="0">
                <a:effectLst/>
              </a:rPr>
              <a:t>        print("AI Model is ready! Training stopped.")</a:t>
            </a:r>
          </a:p>
          <a:p>
            <a:pPr algn="l"/>
            <a:r>
              <a:rPr lang="en-US" sz="2800" dirty="0">
                <a:effectLst/>
              </a:rPr>
              <a:t>        break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625559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b="0" cap="none" dirty="0" smtClean="0">
                <a:effectLst/>
              </a:rPr>
              <a:t>PASS</a:t>
            </a:r>
            <a:r>
              <a:rPr lang="en-US" sz="5400" b="0" cap="none" dirty="0" smtClean="0">
                <a:effectLst/>
              </a:rPr>
              <a:t> STATEMENT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027360"/>
            <a:ext cx="9542424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This statement is used as a placeholder for future code. Because it does nothing, you can call it a null statement. Its usage is very rare but can be useful in logic building. For example,</a:t>
            </a:r>
          </a:p>
          <a:p>
            <a:pPr algn="l">
              <a:lnSpc>
                <a:spcPct val="150000"/>
              </a:lnSpc>
            </a:pPr>
            <a:r>
              <a:rPr lang="en-US" sz="3200" dirty="0">
                <a:effectLst/>
              </a:rPr>
              <a:t> </a:t>
            </a:r>
            <a:r>
              <a:rPr lang="en-US" sz="3200" dirty="0" smtClean="0">
                <a:effectLst/>
              </a:rPr>
              <a:t>while count &lt;= 10: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 pass</a:t>
            </a:r>
          </a:p>
        </p:txBody>
      </p:sp>
    </p:spTree>
    <p:extLst>
      <p:ext uri="{BB962C8B-B14F-4D97-AF65-F5344CB8AC3E}">
        <p14:creationId xmlns:p14="http://schemas.microsoft.com/office/powerpoint/2010/main" val="22678461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354" y="1969477"/>
            <a:ext cx="11310424" cy="2215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38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THE END</a:t>
            </a:r>
            <a:endParaRPr lang="en-US" sz="13800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87280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1583</TotalTime>
  <Words>427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Rockwell</vt:lpstr>
      <vt:lpstr>Damask</vt:lpstr>
      <vt:lpstr>PYTHON WITH AI</vt:lpstr>
      <vt:lpstr>LECTURE 13</vt:lpstr>
      <vt:lpstr>WHILE LOOP</vt:lpstr>
      <vt:lpstr>PowerPoint Presentation</vt:lpstr>
      <vt:lpstr>PowerPoint Presentation</vt:lpstr>
      <vt:lpstr>BREAK STATEMENT</vt:lpstr>
      <vt:lpstr>CONTINUE STATEMENT</vt:lpstr>
      <vt:lpstr>AI EXAMPLE</vt:lpstr>
      <vt:lpstr>PASS STATEMENT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161</cp:revision>
  <dcterms:created xsi:type="dcterms:W3CDTF">2026-05-24T19:41:59Z</dcterms:created>
  <dcterms:modified xsi:type="dcterms:W3CDTF">2026-06-12T15:09:11Z</dcterms:modified>
</cp:coreProperties>
</file>