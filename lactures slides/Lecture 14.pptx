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60" r:id="rId4"/>
    <p:sldId id="276" r:id="rId5"/>
    <p:sldId id="277" r:id="rId6"/>
    <p:sldId id="278" r:id="rId7"/>
    <p:sldId id="280" r:id="rId8"/>
    <p:sldId id="281" r:id="rId9"/>
    <p:sldId id="282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192" autoAdjust="0"/>
  </p:normalViewPr>
  <p:slideViewPr>
    <p:cSldViewPr snapToGrid="0">
      <p:cViewPr varScale="1">
        <p:scale>
          <a:sx n="64" d="100"/>
          <a:sy n="64" d="100"/>
        </p:scale>
        <p:origin x="9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9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6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8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49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6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0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89985-EB7C-4F78-9792-C89785E4778B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6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PYTHON WITH AI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Prepared by Sir Haroon</a:t>
            </a:r>
          </a:p>
        </p:txBody>
      </p:sp>
    </p:spTree>
    <p:extLst>
      <p:ext uri="{BB962C8B-B14F-4D97-AF65-F5344CB8AC3E}">
        <p14:creationId xmlns:p14="http://schemas.microsoft.com/office/powerpoint/2010/main" val="7271093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LECTURE </a:t>
            </a:r>
            <a:r>
              <a:rPr lang="en-US" sz="7200" dirty="0" smtClean="0"/>
              <a:t>14</a:t>
            </a:r>
            <a:endParaRPr lang="en-US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921" y="3602038"/>
            <a:ext cx="11887200" cy="1655762"/>
          </a:xfrm>
        </p:spPr>
        <p:txBody>
          <a:bodyPr>
            <a:normAutofit/>
          </a:bodyPr>
          <a:lstStyle/>
          <a:p>
            <a:r>
              <a:rPr lang="en-US" sz="3600" dirty="0" smtClean="0"/>
              <a:t>FOR, FOR-ELSE LOOP AND RANGE() FUNCTION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39896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8" y="0"/>
            <a:ext cx="9001462" cy="921507"/>
          </a:xfrm>
        </p:spPr>
        <p:txBody>
          <a:bodyPr>
            <a:normAutofit/>
          </a:bodyPr>
          <a:lstStyle/>
          <a:p>
            <a:r>
              <a:rPr lang="en-US" sz="5400" b="0" cap="none" dirty="0" smtClean="0">
                <a:effectLst/>
              </a:rPr>
              <a:t>FOR &amp; FOR ELSE LOOP</a:t>
            </a:r>
            <a:endParaRPr lang="en-US" sz="54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824459"/>
            <a:ext cx="9542424" cy="603354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effectLst/>
              </a:rPr>
              <a:t>Simple for loop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List = [1,2,3,4,5]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for el in list: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effectLst/>
              </a:rPr>
              <a:t>	</a:t>
            </a:r>
            <a:r>
              <a:rPr lang="en-US" dirty="0" smtClean="0">
                <a:effectLst/>
              </a:rPr>
              <a:t>print(el)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effectLst/>
              </a:rPr>
              <a:t>For loop with else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effectLst/>
              </a:rPr>
              <a:t>for el in list: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effectLst/>
              </a:rPr>
              <a:t>	print(el</a:t>
            </a:r>
            <a:r>
              <a:rPr lang="en-US" dirty="0" smtClean="0">
                <a:effectLst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effectLst/>
              </a:rPr>
              <a:t>e</a:t>
            </a:r>
            <a:r>
              <a:rPr lang="en-US" dirty="0" smtClean="0">
                <a:effectLst/>
              </a:rPr>
              <a:t>lse: 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effectLst/>
              </a:rPr>
              <a:t>	</a:t>
            </a:r>
            <a:r>
              <a:rPr lang="en-US" dirty="0" smtClean="0">
                <a:effectLst/>
              </a:rPr>
              <a:t>print(“END”)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783537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8645" y="1209468"/>
            <a:ext cx="11848476" cy="5251292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Question: Search for a number x in the following tuple using for loop. </a:t>
            </a:r>
          </a:p>
          <a:p>
            <a:pPr algn="l">
              <a:lnSpc>
                <a:spcPct val="150000"/>
              </a:lnSpc>
            </a:pPr>
            <a:r>
              <a:rPr lang="en-US" dirty="0" smtClean="0">
                <a:effectLst/>
              </a:rPr>
              <a:t>Solution: </a:t>
            </a:r>
          </a:p>
          <a:p>
            <a:pPr algn="l"/>
            <a:r>
              <a:rPr lang="en-US" dirty="0" err="1">
                <a:effectLst/>
              </a:rPr>
              <a:t>nums</a:t>
            </a:r>
            <a:r>
              <a:rPr lang="en-US" dirty="0">
                <a:effectLst/>
              </a:rPr>
              <a:t> = (1, 49, 9, 16, 25, 36, 49, 64, 81,100,49</a:t>
            </a:r>
            <a:r>
              <a:rPr lang="en-US" dirty="0" smtClean="0">
                <a:effectLst/>
              </a:rPr>
              <a:t>)</a:t>
            </a:r>
            <a:endParaRPr lang="en-US" dirty="0" smtClean="0"/>
          </a:p>
          <a:p>
            <a:pPr algn="l"/>
            <a:r>
              <a:rPr lang="en-US" dirty="0" smtClean="0"/>
              <a:t> </a:t>
            </a:r>
            <a:r>
              <a:rPr lang="en-US" dirty="0"/>
              <a:t>x = 49</a:t>
            </a:r>
          </a:p>
          <a:p>
            <a:pPr algn="l"/>
            <a:r>
              <a:rPr lang="en-US" dirty="0" smtClean="0"/>
              <a:t> </a:t>
            </a:r>
            <a:r>
              <a:rPr lang="en-US" dirty="0" err="1"/>
              <a:t>idx</a:t>
            </a:r>
            <a:r>
              <a:rPr lang="en-US" dirty="0"/>
              <a:t> = 0</a:t>
            </a:r>
          </a:p>
          <a:p>
            <a:pPr algn="l"/>
            <a:r>
              <a:rPr lang="en-US" dirty="0" smtClean="0"/>
              <a:t> </a:t>
            </a: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</a:t>
            </a:r>
            <a:r>
              <a:rPr lang="en-US" dirty="0" err="1"/>
              <a:t>nums</a:t>
            </a:r>
            <a:r>
              <a:rPr lang="en-US" dirty="0"/>
              <a:t>:</a:t>
            </a:r>
          </a:p>
          <a:p>
            <a:pPr algn="l"/>
            <a:r>
              <a:rPr lang="en-US" dirty="0" smtClean="0"/>
              <a:t> </a:t>
            </a:r>
            <a:r>
              <a:rPr lang="en-US" dirty="0"/>
              <a:t>    if(</a:t>
            </a:r>
            <a:r>
              <a:rPr lang="en-US" dirty="0" err="1"/>
              <a:t>i</a:t>
            </a:r>
            <a:r>
              <a:rPr lang="en-US" dirty="0"/>
              <a:t> == x):</a:t>
            </a:r>
          </a:p>
          <a:p>
            <a:pPr algn="l"/>
            <a:r>
              <a:rPr lang="en-US" dirty="0" smtClean="0"/>
              <a:t> </a:t>
            </a:r>
            <a:r>
              <a:rPr lang="en-US" dirty="0"/>
              <a:t>        print("Found at index number: ", </a:t>
            </a:r>
            <a:r>
              <a:rPr lang="en-US" dirty="0" err="1"/>
              <a:t>idx</a:t>
            </a:r>
            <a:r>
              <a:rPr lang="en-US" dirty="0"/>
              <a:t>)</a:t>
            </a:r>
          </a:p>
          <a:p>
            <a:pPr algn="l"/>
            <a:r>
              <a:rPr lang="en-US" dirty="0" smtClean="0"/>
              <a:t> </a:t>
            </a:r>
            <a:r>
              <a:rPr lang="en-US" dirty="0"/>
              <a:t>    </a:t>
            </a:r>
            <a:r>
              <a:rPr lang="en-US" dirty="0" err="1"/>
              <a:t>idx</a:t>
            </a:r>
            <a:r>
              <a:rPr lang="en-US" dirty="0"/>
              <a:t> += </a:t>
            </a:r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923081" y="179882"/>
            <a:ext cx="65956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EXERCISE QUESTIONS 1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74917972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3957" y="949323"/>
            <a:ext cx="11158930" cy="5566086"/>
          </a:xfrm>
        </p:spPr>
        <p:txBody>
          <a:bodyPr>
            <a:noAutofit/>
          </a:bodyPr>
          <a:lstStyle/>
          <a:p>
            <a:pPr algn="l"/>
            <a:endParaRPr lang="en-US" sz="3200" dirty="0" smtClean="0">
              <a:effectLst/>
            </a:endParaRPr>
          </a:p>
          <a:p>
            <a:pPr algn="l"/>
            <a:r>
              <a:rPr lang="en-US" sz="3200" dirty="0" smtClean="0">
                <a:effectLst/>
              </a:rPr>
              <a:t>Question: </a:t>
            </a:r>
            <a:r>
              <a:rPr lang="en-US" sz="3200" dirty="0">
                <a:effectLst/>
              </a:rPr>
              <a:t>Print the elements of the following list using a </a:t>
            </a:r>
            <a:r>
              <a:rPr lang="en-US" sz="3200" dirty="0" smtClean="0">
                <a:effectLst/>
              </a:rPr>
              <a:t>loop. </a:t>
            </a:r>
            <a:r>
              <a:rPr lang="en-US" sz="3200" dirty="0" err="1">
                <a:effectLst/>
              </a:rPr>
              <a:t>nums</a:t>
            </a:r>
            <a:r>
              <a:rPr lang="en-US" sz="3200" dirty="0">
                <a:effectLst/>
              </a:rPr>
              <a:t> = [18, 19, 20, 21, 22, 23, 24, 25</a:t>
            </a:r>
            <a:r>
              <a:rPr lang="en-US" sz="3200" dirty="0" smtClean="0">
                <a:effectLst/>
              </a:rPr>
              <a:t>]</a:t>
            </a:r>
          </a:p>
          <a:p>
            <a:pPr algn="l"/>
            <a:endParaRPr lang="en-US" sz="3200" dirty="0" smtClean="0">
              <a:effectLst/>
            </a:endParaRPr>
          </a:p>
          <a:p>
            <a:pPr algn="l"/>
            <a:r>
              <a:rPr lang="en-US" sz="3200" dirty="0" smtClean="0">
                <a:effectLst/>
              </a:rPr>
              <a:t>Solution:</a:t>
            </a:r>
          </a:p>
          <a:p>
            <a:pPr algn="l"/>
            <a:r>
              <a:rPr lang="en-US" sz="3200" dirty="0" smtClean="0">
                <a:effectLst/>
              </a:rPr>
              <a:t> </a:t>
            </a:r>
            <a:r>
              <a:rPr lang="en-US" sz="3200" dirty="0" err="1">
                <a:effectLst/>
              </a:rPr>
              <a:t>nums</a:t>
            </a:r>
            <a:r>
              <a:rPr lang="en-US" sz="3200" dirty="0">
                <a:effectLst/>
              </a:rPr>
              <a:t> = [18, 19, 20, 21, 22, 23, 24, 25]</a:t>
            </a:r>
          </a:p>
          <a:p>
            <a:pPr algn="l"/>
            <a:r>
              <a:rPr lang="en-US" sz="3200" dirty="0" smtClean="0">
                <a:effectLst/>
              </a:rPr>
              <a:t>for </a:t>
            </a:r>
            <a:r>
              <a:rPr lang="en-US" sz="3200" dirty="0" err="1" smtClean="0">
                <a:effectLst/>
              </a:rPr>
              <a:t>i</a:t>
            </a:r>
            <a:r>
              <a:rPr lang="en-US" sz="3200" dirty="0" smtClean="0">
                <a:effectLst/>
              </a:rPr>
              <a:t> in </a:t>
            </a:r>
            <a:r>
              <a:rPr lang="en-US" sz="3200" dirty="0" err="1" smtClean="0">
                <a:effectLst/>
              </a:rPr>
              <a:t>nums</a:t>
            </a:r>
            <a:r>
              <a:rPr lang="en-US" sz="3200" dirty="0" smtClean="0">
                <a:effectLst/>
              </a:rPr>
              <a:t>:</a:t>
            </a:r>
          </a:p>
          <a:p>
            <a:pPr algn="l"/>
            <a:r>
              <a:rPr lang="en-US" sz="3200" dirty="0" smtClean="0">
                <a:effectLst/>
              </a:rPr>
              <a:t>     print(</a:t>
            </a:r>
            <a:r>
              <a:rPr lang="en-US" sz="3200" dirty="0" err="1" smtClean="0">
                <a:effectLst/>
              </a:rPr>
              <a:t>i</a:t>
            </a:r>
            <a:r>
              <a:rPr lang="en-US" sz="3200" dirty="0" smtClean="0">
                <a:effectLst/>
              </a:rPr>
              <a:t>)</a:t>
            </a:r>
            <a:endParaRPr lang="en-US" sz="3200" dirty="0"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3081" y="179882"/>
            <a:ext cx="65806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EXERCISE QUESTIONS 2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4412469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3957" y="1488969"/>
            <a:ext cx="11158930" cy="4372185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4400" dirty="0"/>
              <a:t>Range functions returns a sequence of numbers, starting from 0 by default and increments </a:t>
            </a:r>
            <a:r>
              <a:rPr lang="en-US" sz="4400" dirty="0" smtClean="0"/>
              <a:t>by 1 </a:t>
            </a:r>
            <a:r>
              <a:rPr lang="en-US" sz="4400" dirty="0"/>
              <a:t>(by default), and stops before a </a:t>
            </a:r>
            <a:r>
              <a:rPr lang="en-US" sz="4400" dirty="0" smtClean="0"/>
              <a:t>specified number.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3080" y="374754"/>
            <a:ext cx="65806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/>
              <a:t>RANGE() FUNCTION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04097609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104" y="1488968"/>
            <a:ext cx="5601951" cy="4911831"/>
          </a:xfrm>
        </p:spPr>
        <p:txBody>
          <a:bodyPr>
            <a:noAutofit/>
          </a:bodyPr>
          <a:lstStyle/>
          <a:p>
            <a:pPr algn="l"/>
            <a:r>
              <a:rPr lang="en-US" sz="3200" dirty="0" smtClean="0">
                <a:effectLst/>
              </a:rPr>
              <a:t>1.  Write a Program </a:t>
            </a:r>
            <a:r>
              <a:rPr lang="en-US" sz="3200" dirty="0">
                <a:effectLst/>
              </a:rPr>
              <a:t>to print numbers from 1 to 100 using range() and for loop</a:t>
            </a:r>
          </a:p>
          <a:p>
            <a:pPr algn="l"/>
            <a:r>
              <a:rPr lang="en-US" sz="3200" dirty="0" smtClean="0">
                <a:effectLst/>
              </a:rPr>
              <a:t> </a:t>
            </a:r>
            <a:r>
              <a:rPr lang="en-US" sz="3200" dirty="0" err="1">
                <a:effectLst/>
              </a:rPr>
              <a:t>seq</a:t>
            </a:r>
            <a:r>
              <a:rPr lang="en-US" sz="3200" dirty="0">
                <a:effectLst/>
              </a:rPr>
              <a:t> = range(101)</a:t>
            </a:r>
          </a:p>
          <a:p>
            <a:pPr algn="l"/>
            <a:r>
              <a:rPr lang="en-US" sz="3200" dirty="0" smtClean="0">
                <a:effectLst/>
              </a:rPr>
              <a:t> </a:t>
            </a:r>
            <a:r>
              <a:rPr lang="en-US" sz="3200" dirty="0">
                <a:effectLst/>
              </a:rPr>
              <a:t>for </a:t>
            </a:r>
            <a:r>
              <a:rPr lang="en-US" sz="3200" dirty="0" err="1">
                <a:effectLst/>
              </a:rPr>
              <a:t>i</a:t>
            </a:r>
            <a:r>
              <a:rPr lang="en-US" sz="3200" dirty="0">
                <a:effectLst/>
              </a:rPr>
              <a:t> in </a:t>
            </a:r>
            <a:r>
              <a:rPr lang="en-US" sz="3200" dirty="0" err="1">
                <a:effectLst/>
              </a:rPr>
              <a:t>seq</a:t>
            </a:r>
            <a:r>
              <a:rPr lang="en-US" sz="3200" dirty="0">
                <a:effectLst/>
              </a:rPr>
              <a:t>:</a:t>
            </a:r>
          </a:p>
          <a:p>
            <a:pPr algn="l"/>
            <a:r>
              <a:rPr lang="en-US" sz="3200" dirty="0" smtClean="0">
                <a:effectLst/>
              </a:rPr>
              <a:t> </a:t>
            </a:r>
            <a:r>
              <a:rPr lang="en-US" sz="3200" dirty="0">
                <a:effectLst/>
              </a:rPr>
              <a:t>    print(</a:t>
            </a:r>
            <a:r>
              <a:rPr lang="en-US" sz="3200" dirty="0" err="1">
                <a:effectLst/>
              </a:rPr>
              <a:t>i</a:t>
            </a:r>
            <a:r>
              <a:rPr lang="en-US" sz="3200" dirty="0" smtClean="0">
                <a:effectLst/>
              </a:rPr>
              <a:t>)</a:t>
            </a:r>
            <a:endParaRPr lang="en-US" sz="3200" dirty="0"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3080" y="329784"/>
            <a:ext cx="65806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/>
              <a:t>EXERCISE QUESTIONS</a:t>
            </a:r>
            <a:endParaRPr lang="en-US" sz="4400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092875" y="1488968"/>
            <a:ext cx="5601951" cy="49118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 smtClean="0">
                <a:effectLst/>
              </a:rPr>
              <a:t>2. Write a program </a:t>
            </a:r>
            <a:r>
              <a:rPr lang="en-US" sz="3200" dirty="0">
                <a:effectLst/>
              </a:rPr>
              <a:t>to print numbers from 100 to 1 using range() and for loop</a:t>
            </a:r>
          </a:p>
          <a:p>
            <a:pPr algn="l"/>
            <a:r>
              <a:rPr lang="en-US" sz="3200" dirty="0" smtClean="0">
                <a:effectLst/>
              </a:rPr>
              <a:t> </a:t>
            </a:r>
            <a:r>
              <a:rPr lang="en-US" sz="3200" dirty="0" err="1">
                <a:effectLst/>
              </a:rPr>
              <a:t>seq</a:t>
            </a:r>
            <a:r>
              <a:rPr lang="en-US" sz="3200" dirty="0">
                <a:effectLst/>
              </a:rPr>
              <a:t> = range(100,0,-1)</a:t>
            </a:r>
          </a:p>
          <a:p>
            <a:pPr algn="l"/>
            <a:r>
              <a:rPr lang="en-US" sz="3200" dirty="0" smtClean="0">
                <a:effectLst/>
              </a:rPr>
              <a:t> </a:t>
            </a:r>
            <a:r>
              <a:rPr lang="en-US" sz="3200" dirty="0">
                <a:effectLst/>
              </a:rPr>
              <a:t>for </a:t>
            </a:r>
            <a:r>
              <a:rPr lang="en-US" sz="3200" dirty="0" err="1">
                <a:effectLst/>
              </a:rPr>
              <a:t>i</a:t>
            </a:r>
            <a:r>
              <a:rPr lang="en-US" sz="3200" dirty="0">
                <a:effectLst/>
              </a:rPr>
              <a:t> in </a:t>
            </a:r>
            <a:r>
              <a:rPr lang="en-US" sz="3200" dirty="0" err="1">
                <a:effectLst/>
              </a:rPr>
              <a:t>seq</a:t>
            </a:r>
            <a:r>
              <a:rPr lang="en-US" sz="3200" dirty="0" smtClean="0">
                <a:effectLst/>
              </a:rPr>
              <a:t>:</a:t>
            </a:r>
          </a:p>
          <a:p>
            <a:pPr algn="l"/>
            <a:r>
              <a:rPr lang="en-US" sz="3200" dirty="0" smtClean="0">
                <a:effectLst/>
              </a:rPr>
              <a:t>     print(</a:t>
            </a:r>
            <a:r>
              <a:rPr lang="en-US" sz="3200" dirty="0" err="1" smtClean="0">
                <a:effectLst/>
              </a:rPr>
              <a:t>i</a:t>
            </a:r>
            <a:r>
              <a:rPr lang="en-US" sz="3200" dirty="0" smtClean="0">
                <a:effectLst/>
              </a:rPr>
              <a:t>)</a:t>
            </a:r>
            <a:br>
              <a:rPr lang="en-US" sz="3200" dirty="0" smtClean="0">
                <a:effectLst/>
              </a:rPr>
            </a:br>
            <a:endParaRPr lang="en-US" sz="3200" dirty="0">
              <a:effectLst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5724055" y="1488968"/>
            <a:ext cx="0" cy="491183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76624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104" y="1229193"/>
            <a:ext cx="5601951" cy="5441429"/>
          </a:xfrm>
        </p:spPr>
        <p:txBody>
          <a:bodyPr>
            <a:noAutofit/>
          </a:bodyPr>
          <a:lstStyle/>
          <a:p>
            <a:pPr algn="l"/>
            <a:r>
              <a:rPr lang="en-US" dirty="0" smtClean="0">
                <a:effectLst/>
              </a:rPr>
              <a:t>3. Find </a:t>
            </a:r>
            <a:r>
              <a:rPr lang="en-US" dirty="0">
                <a:effectLst/>
              </a:rPr>
              <a:t>the factorial of first n numbers. (using for)</a:t>
            </a:r>
          </a:p>
          <a:p>
            <a:pPr algn="l"/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n = </a:t>
            </a:r>
            <a:r>
              <a:rPr lang="en-US" dirty="0" err="1">
                <a:effectLst/>
              </a:rPr>
              <a:t>int</a:t>
            </a:r>
            <a:r>
              <a:rPr lang="en-US" dirty="0">
                <a:effectLst/>
              </a:rPr>
              <a:t>(input("Enter number to find factorial: </a:t>
            </a:r>
            <a:r>
              <a:rPr lang="en-US" dirty="0" smtClean="0">
                <a:effectLst/>
              </a:rPr>
              <a:t>"))</a:t>
            </a:r>
          </a:p>
          <a:p>
            <a:pPr algn="l"/>
            <a:r>
              <a:rPr lang="en-US" dirty="0" smtClean="0">
                <a:effectLst/>
              </a:rPr>
              <a:t> </a:t>
            </a:r>
            <a:r>
              <a:rPr lang="en-US" dirty="0" err="1" smtClean="0">
                <a:effectLst/>
              </a:rPr>
              <a:t>factori</a:t>
            </a:r>
            <a:r>
              <a:rPr lang="en-US" dirty="0" smtClean="0">
                <a:effectLst/>
              </a:rPr>
              <a:t> = 1</a:t>
            </a:r>
          </a:p>
          <a:p>
            <a:pPr algn="l"/>
            <a:r>
              <a:rPr lang="en-US" dirty="0" smtClean="0">
                <a:effectLst/>
              </a:rPr>
              <a:t> </a:t>
            </a:r>
            <a:r>
              <a:rPr lang="en-US" dirty="0" err="1">
                <a:effectLst/>
              </a:rPr>
              <a:t>i</a:t>
            </a:r>
            <a:r>
              <a:rPr lang="en-US" dirty="0">
                <a:effectLst/>
              </a:rPr>
              <a:t> = 1</a:t>
            </a:r>
          </a:p>
          <a:p>
            <a:pPr algn="l"/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while </a:t>
            </a:r>
            <a:r>
              <a:rPr lang="en-US" dirty="0" err="1">
                <a:effectLst/>
              </a:rPr>
              <a:t>i</a:t>
            </a:r>
            <a:r>
              <a:rPr lang="en-US" dirty="0">
                <a:effectLst/>
              </a:rPr>
              <a:t>&lt;=n:</a:t>
            </a:r>
          </a:p>
          <a:p>
            <a:pPr algn="l"/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    </a:t>
            </a:r>
            <a:r>
              <a:rPr lang="en-US" dirty="0" err="1">
                <a:effectLst/>
              </a:rPr>
              <a:t>factori</a:t>
            </a:r>
            <a:r>
              <a:rPr lang="en-US" dirty="0">
                <a:effectLst/>
              </a:rPr>
              <a:t> *= </a:t>
            </a:r>
            <a:r>
              <a:rPr lang="en-US" dirty="0" err="1">
                <a:effectLst/>
              </a:rPr>
              <a:t>i</a:t>
            </a:r>
            <a:endParaRPr lang="en-US" dirty="0">
              <a:effectLst/>
            </a:endParaRPr>
          </a:p>
          <a:p>
            <a:pPr algn="l"/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    </a:t>
            </a:r>
            <a:r>
              <a:rPr lang="en-US" dirty="0" err="1">
                <a:effectLst/>
              </a:rPr>
              <a:t>i</a:t>
            </a:r>
            <a:r>
              <a:rPr lang="en-US" dirty="0">
                <a:effectLst/>
              </a:rPr>
              <a:t>+= 1</a:t>
            </a:r>
          </a:p>
          <a:p>
            <a:pPr algn="l"/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print("Factorial of ", n, "is: ", </a:t>
            </a:r>
            <a:r>
              <a:rPr lang="en-US" dirty="0" err="1">
                <a:effectLst/>
              </a:rPr>
              <a:t>factori</a:t>
            </a:r>
            <a:r>
              <a:rPr lang="en-US" dirty="0">
                <a:effectLst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3080" y="329784"/>
            <a:ext cx="65806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/>
              <a:t>EXERCISE QUESTIONS</a:t>
            </a:r>
            <a:endParaRPr lang="en-US" sz="4400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092875" y="1099226"/>
            <a:ext cx="5989197" cy="57587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 smtClean="0">
                <a:effectLst/>
              </a:rPr>
              <a:t> 4. Find </a:t>
            </a:r>
            <a:r>
              <a:rPr lang="en-US" dirty="0">
                <a:effectLst/>
              </a:rPr>
              <a:t>the sum of first n numbers. (using while)</a:t>
            </a:r>
          </a:p>
          <a:p>
            <a:pPr algn="l"/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n = </a:t>
            </a:r>
            <a:r>
              <a:rPr lang="en-US" dirty="0" err="1">
                <a:effectLst/>
              </a:rPr>
              <a:t>int</a:t>
            </a:r>
            <a:r>
              <a:rPr lang="en-US" dirty="0">
                <a:effectLst/>
              </a:rPr>
              <a:t>(input("Enter number to find sum: "))</a:t>
            </a:r>
          </a:p>
          <a:p>
            <a:pPr algn="l"/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sum = 0</a:t>
            </a:r>
          </a:p>
          <a:p>
            <a:pPr algn="l"/>
            <a:r>
              <a:rPr lang="en-US" dirty="0" smtClean="0">
                <a:effectLst/>
              </a:rPr>
              <a:t> </a:t>
            </a:r>
            <a:r>
              <a:rPr lang="en-US" dirty="0" err="1">
                <a:effectLst/>
              </a:rPr>
              <a:t>i</a:t>
            </a:r>
            <a:r>
              <a:rPr lang="en-US" dirty="0">
                <a:effectLst/>
              </a:rPr>
              <a:t> = 1</a:t>
            </a:r>
          </a:p>
          <a:p>
            <a:pPr algn="l"/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while </a:t>
            </a:r>
            <a:r>
              <a:rPr lang="en-US" dirty="0" err="1">
                <a:effectLst/>
              </a:rPr>
              <a:t>i</a:t>
            </a:r>
            <a:r>
              <a:rPr lang="en-US" dirty="0">
                <a:effectLst/>
              </a:rPr>
              <a:t>&lt;=n:</a:t>
            </a:r>
          </a:p>
          <a:p>
            <a:pPr algn="l"/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    sum += </a:t>
            </a:r>
            <a:r>
              <a:rPr lang="en-US" dirty="0" err="1">
                <a:effectLst/>
              </a:rPr>
              <a:t>i</a:t>
            </a:r>
            <a:endParaRPr lang="en-US" dirty="0">
              <a:effectLst/>
            </a:endParaRPr>
          </a:p>
          <a:p>
            <a:pPr algn="l"/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    </a:t>
            </a:r>
            <a:r>
              <a:rPr lang="en-US" dirty="0" err="1">
                <a:effectLst/>
              </a:rPr>
              <a:t>i</a:t>
            </a:r>
            <a:r>
              <a:rPr lang="en-US" dirty="0">
                <a:effectLst/>
              </a:rPr>
              <a:t>+= 1</a:t>
            </a:r>
          </a:p>
          <a:p>
            <a:pPr algn="l"/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print("Sum of first", n, "numbers is: ", sum)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5724055" y="1488968"/>
            <a:ext cx="0" cy="491183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6704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3957" y="1144195"/>
            <a:ext cx="5077295" cy="5406507"/>
          </a:xfrm>
        </p:spPr>
        <p:txBody>
          <a:bodyPr>
            <a:noAutofit/>
          </a:bodyPr>
          <a:lstStyle/>
          <a:p>
            <a:pPr algn="l"/>
            <a:r>
              <a:rPr lang="en-US" sz="2800" dirty="0" smtClean="0">
                <a:effectLst/>
              </a:rPr>
              <a:t>5. </a:t>
            </a:r>
            <a:r>
              <a:rPr lang="en-US" sz="2800" dirty="0">
                <a:effectLst/>
              </a:rPr>
              <a:t>Print the multiplication table of a number n. take n = 4</a:t>
            </a:r>
          </a:p>
          <a:p>
            <a:pPr algn="l"/>
            <a:r>
              <a:rPr lang="en-US" sz="2800" dirty="0" smtClean="0">
                <a:effectLst/>
              </a:rPr>
              <a:t>SOLUTION: </a:t>
            </a:r>
          </a:p>
          <a:p>
            <a:pPr algn="l"/>
            <a:r>
              <a:rPr lang="en-US" sz="2800" dirty="0" err="1" smtClean="0">
                <a:effectLst/>
              </a:rPr>
              <a:t>seq</a:t>
            </a:r>
            <a:r>
              <a:rPr lang="en-US" sz="2800" dirty="0" smtClean="0">
                <a:effectLst/>
              </a:rPr>
              <a:t> </a:t>
            </a:r>
            <a:r>
              <a:rPr lang="en-US" sz="2800" dirty="0">
                <a:effectLst/>
              </a:rPr>
              <a:t>= range(1,41)</a:t>
            </a:r>
          </a:p>
          <a:p>
            <a:pPr algn="l"/>
            <a:r>
              <a:rPr lang="en-US" sz="2800" dirty="0" smtClean="0">
                <a:effectLst/>
              </a:rPr>
              <a:t> </a:t>
            </a:r>
            <a:r>
              <a:rPr lang="en-US" sz="2800" dirty="0">
                <a:effectLst/>
              </a:rPr>
              <a:t>for </a:t>
            </a:r>
            <a:r>
              <a:rPr lang="en-US" sz="2800" dirty="0" err="1">
                <a:effectLst/>
              </a:rPr>
              <a:t>i</a:t>
            </a:r>
            <a:r>
              <a:rPr lang="en-US" sz="2800" dirty="0">
                <a:effectLst/>
              </a:rPr>
              <a:t> in </a:t>
            </a:r>
            <a:r>
              <a:rPr lang="en-US" sz="2800" dirty="0" err="1">
                <a:effectLst/>
              </a:rPr>
              <a:t>seq</a:t>
            </a:r>
            <a:r>
              <a:rPr lang="en-US" sz="2800" dirty="0">
                <a:effectLst/>
              </a:rPr>
              <a:t>:</a:t>
            </a:r>
          </a:p>
          <a:p>
            <a:pPr algn="l"/>
            <a:r>
              <a:rPr lang="en-US" sz="2800" dirty="0" smtClean="0">
                <a:effectLst/>
              </a:rPr>
              <a:t> </a:t>
            </a:r>
            <a:r>
              <a:rPr lang="en-US" sz="2800" dirty="0">
                <a:effectLst/>
              </a:rPr>
              <a:t>    while </a:t>
            </a:r>
            <a:r>
              <a:rPr lang="en-US" sz="2800" dirty="0" err="1">
                <a:effectLst/>
              </a:rPr>
              <a:t>i</a:t>
            </a:r>
            <a:r>
              <a:rPr lang="en-US" sz="2800" dirty="0">
                <a:effectLst/>
              </a:rPr>
              <a:t> % 4 == 0:</a:t>
            </a:r>
          </a:p>
          <a:p>
            <a:pPr algn="l"/>
            <a:r>
              <a:rPr lang="en-US" sz="2800" dirty="0" smtClean="0">
                <a:effectLst/>
              </a:rPr>
              <a:t> </a:t>
            </a:r>
            <a:r>
              <a:rPr lang="en-US" sz="2800" dirty="0">
                <a:effectLst/>
              </a:rPr>
              <a:t>        print(</a:t>
            </a:r>
            <a:r>
              <a:rPr lang="en-US" sz="2800" dirty="0" err="1">
                <a:effectLst/>
              </a:rPr>
              <a:t>i</a:t>
            </a:r>
            <a:r>
              <a:rPr lang="en-US" sz="2800" dirty="0">
                <a:effectLst/>
              </a:rPr>
              <a:t>)</a:t>
            </a:r>
          </a:p>
          <a:p>
            <a:pPr algn="l"/>
            <a:r>
              <a:rPr lang="en-US" sz="2800" dirty="0" smtClean="0">
                <a:effectLst/>
              </a:rPr>
              <a:t> </a:t>
            </a:r>
            <a:r>
              <a:rPr lang="en-US" sz="2800" dirty="0">
                <a:effectLst/>
              </a:rPr>
              <a:t>        </a:t>
            </a:r>
            <a:r>
              <a:rPr lang="en-US" sz="2800" dirty="0" smtClean="0">
                <a:effectLst/>
              </a:rPr>
              <a:t>break</a:t>
            </a:r>
            <a:endParaRPr lang="en-US" sz="2800" dirty="0"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3080" y="329783"/>
            <a:ext cx="65806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/>
              <a:t>EXERCISE QUESTIONS</a:t>
            </a:r>
            <a:endParaRPr lang="en-US" sz="4400" dirty="0"/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5853033" y="1144194"/>
            <a:ext cx="5674403" cy="5406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 smtClean="0">
                <a:effectLst/>
              </a:rPr>
              <a:t>Following </a:t>
            </a:r>
            <a:r>
              <a:rPr lang="en-US" sz="3200" dirty="0">
                <a:effectLst/>
              </a:rPr>
              <a:t>way is also </a:t>
            </a:r>
            <a:r>
              <a:rPr lang="en-US" sz="3200" dirty="0" smtClean="0">
                <a:effectLst/>
              </a:rPr>
              <a:t>good</a:t>
            </a:r>
          </a:p>
          <a:p>
            <a:pPr algn="l"/>
            <a:endParaRPr lang="en-US" sz="3200" dirty="0">
              <a:effectLst/>
            </a:endParaRPr>
          </a:p>
          <a:p>
            <a:pPr algn="l"/>
            <a:r>
              <a:rPr lang="en-US" sz="3200" dirty="0">
                <a:effectLst/>
              </a:rPr>
              <a:t> n = </a:t>
            </a:r>
            <a:r>
              <a:rPr lang="en-US" sz="3200" dirty="0" err="1">
                <a:effectLst/>
              </a:rPr>
              <a:t>int</a:t>
            </a:r>
            <a:r>
              <a:rPr lang="en-US" sz="3200" dirty="0">
                <a:effectLst/>
              </a:rPr>
              <a:t>(input("Enter number to generate table: "))</a:t>
            </a:r>
          </a:p>
          <a:p>
            <a:pPr algn="l"/>
            <a:r>
              <a:rPr lang="en-US" sz="3200" dirty="0">
                <a:effectLst/>
              </a:rPr>
              <a:t> for </a:t>
            </a:r>
            <a:r>
              <a:rPr lang="en-US" sz="3200" dirty="0" err="1">
                <a:effectLst/>
              </a:rPr>
              <a:t>i</a:t>
            </a:r>
            <a:r>
              <a:rPr lang="en-US" sz="3200" dirty="0">
                <a:effectLst/>
              </a:rPr>
              <a:t> in range(1,11):</a:t>
            </a:r>
          </a:p>
          <a:p>
            <a:pPr algn="l"/>
            <a:r>
              <a:rPr lang="en-US" sz="3200" dirty="0">
                <a:effectLst/>
              </a:rPr>
              <a:t>     print(n*</a:t>
            </a:r>
            <a:r>
              <a:rPr lang="en-US" sz="3200" dirty="0" err="1">
                <a:effectLst/>
              </a:rPr>
              <a:t>i</a:t>
            </a:r>
            <a:r>
              <a:rPr lang="en-US" sz="3200" dirty="0">
                <a:effectLst/>
              </a:rPr>
              <a:t>)</a:t>
            </a:r>
            <a:endParaRPr lang="en-US" sz="3200" dirty="0">
              <a:effectLst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5724055" y="1488968"/>
            <a:ext cx="0" cy="491183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9536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1354" y="1969477"/>
            <a:ext cx="11310424" cy="2215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3800" dirty="0" smtClean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THE END</a:t>
            </a:r>
            <a:endParaRPr lang="en-US" sz="13800" dirty="0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87280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1659</TotalTime>
  <Words>390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Bookman Old Style</vt:lpstr>
      <vt:lpstr>Rockwell</vt:lpstr>
      <vt:lpstr>Damask</vt:lpstr>
      <vt:lpstr>PYTHON WITH AI</vt:lpstr>
      <vt:lpstr>LECTURE 14</vt:lpstr>
      <vt:lpstr>FOR &amp; FOR ELSE LOOP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WITH AI</dc:title>
  <dc:creator>Haroon Ali</dc:creator>
  <cp:lastModifiedBy>Haroon Ali</cp:lastModifiedBy>
  <cp:revision>181</cp:revision>
  <dcterms:created xsi:type="dcterms:W3CDTF">2026-05-24T19:41:59Z</dcterms:created>
  <dcterms:modified xsi:type="dcterms:W3CDTF">2026-06-17T14:10:59Z</dcterms:modified>
</cp:coreProperties>
</file>