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83" r:id="rId7"/>
    <p:sldId id="284" r:id="rId8"/>
    <p:sldId id="285" r:id="rId9"/>
    <p:sldId id="28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15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921" y="3602038"/>
            <a:ext cx="11887200" cy="16557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FUNCTIONS &amp; RECURSIVE FUNCTIONS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0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WHAT IS A FUNCTION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824460"/>
            <a:ext cx="9542424" cy="233846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“A block of statements that performs a 	specific task is called function”.  It can be reused as many times you want. No need to write the same logic.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effectLst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95268" y="3420257"/>
            <a:ext cx="3876142" cy="3265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 dirty="0" err="1">
                <a:effectLst/>
              </a:rPr>
              <a:t>def</a:t>
            </a:r>
            <a:r>
              <a:rPr lang="en-US" sz="4000" dirty="0">
                <a:effectLst/>
              </a:rPr>
              <a:t> sum(</a:t>
            </a:r>
            <a:r>
              <a:rPr lang="en-US" sz="4000" dirty="0" err="1">
                <a:effectLst/>
              </a:rPr>
              <a:t>a,b</a:t>
            </a:r>
            <a:r>
              <a:rPr lang="en-US" sz="4000" dirty="0">
                <a:effectLst/>
              </a:rPr>
              <a:t>):</a:t>
            </a:r>
          </a:p>
          <a:p>
            <a:pPr algn="l"/>
            <a:r>
              <a:rPr lang="en-US" sz="4000" dirty="0">
                <a:effectLst/>
              </a:rPr>
              <a:t>    s = a + b</a:t>
            </a:r>
          </a:p>
          <a:p>
            <a:pPr algn="l"/>
            <a:r>
              <a:rPr lang="en-US" sz="4000" dirty="0">
                <a:effectLst/>
              </a:rPr>
              <a:t>    return s</a:t>
            </a:r>
          </a:p>
          <a:p>
            <a:pPr algn="l"/>
            <a:r>
              <a:rPr lang="en-US" sz="4000" dirty="0">
                <a:effectLst/>
              </a:rPr>
              <a:t>print(sum(2,3</a:t>
            </a:r>
            <a:r>
              <a:rPr lang="en-US" sz="4000" dirty="0" smtClean="0">
                <a:effectLst/>
              </a:rPr>
              <a:t>))</a:t>
            </a:r>
            <a:endParaRPr lang="en-US" sz="4000" dirty="0">
              <a:effectLst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720588" y="3317825"/>
            <a:ext cx="3876142" cy="3265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</a:rPr>
              <a:t>p</a:t>
            </a:r>
            <a:r>
              <a:rPr lang="en-US" sz="4000" dirty="0" smtClean="0">
                <a:effectLst/>
              </a:rPr>
              <a:t>rint()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4000" dirty="0" err="1">
                <a:effectLst/>
              </a:rPr>
              <a:t>l</a:t>
            </a:r>
            <a:r>
              <a:rPr lang="en-US" sz="4000" dirty="0" err="1" smtClean="0">
                <a:effectLst/>
              </a:rPr>
              <a:t>en</a:t>
            </a:r>
            <a:r>
              <a:rPr lang="en-US" sz="4000" dirty="0" smtClean="0">
                <a:effectLst/>
              </a:rPr>
              <a:t>()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</a:rPr>
              <a:t>t</a:t>
            </a:r>
            <a:r>
              <a:rPr lang="en-US" sz="4000" dirty="0" smtClean="0">
                <a:effectLst/>
              </a:rPr>
              <a:t>ype()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</a:rPr>
              <a:t>r</a:t>
            </a:r>
            <a:r>
              <a:rPr lang="en-US" sz="4000" dirty="0" smtClean="0">
                <a:effectLst/>
              </a:rPr>
              <a:t>ange()</a:t>
            </a:r>
            <a:endParaRPr lang="en-US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45" y="794479"/>
            <a:ext cx="11848476" cy="606352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Question: </a:t>
            </a:r>
            <a:r>
              <a:rPr lang="en-US" dirty="0">
                <a:effectLst/>
              </a:rPr>
              <a:t>create a function to print the average of three </a:t>
            </a:r>
            <a:r>
              <a:rPr lang="en-US" dirty="0" smtClean="0">
                <a:effectLst/>
              </a:rPr>
              <a:t>numbers.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Solution: </a:t>
            </a:r>
          </a:p>
          <a:p>
            <a:pPr algn="l"/>
            <a:r>
              <a:rPr lang="en-US" sz="2800" dirty="0">
                <a:effectLst/>
              </a:rPr>
              <a:t>a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(input("Enter first number: "))</a:t>
            </a:r>
          </a:p>
          <a:p>
            <a:pPr algn="l"/>
            <a:r>
              <a:rPr lang="en-US" sz="2800" dirty="0">
                <a:effectLst/>
              </a:rPr>
              <a:t>b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(input("Enter second number: "))</a:t>
            </a:r>
          </a:p>
          <a:p>
            <a:pPr algn="l"/>
            <a:r>
              <a:rPr lang="en-US" sz="2800" dirty="0">
                <a:effectLst/>
              </a:rPr>
              <a:t>c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(input("Enter third number: "))</a:t>
            </a:r>
          </a:p>
          <a:p>
            <a:pPr algn="l"/>
            <a:r>
              <a:rPr lang="en-US" sz="2800" dirty="0" err="1">
                <a:effectLst/>
              </a:rPr>
              <a:t>def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calcavg</a:t>
            </a:r>
            <a:r>
              <a:rPr lang="en-US" sz="2800" dirty="0">
                <a:effectLst/>
              </a:rPr>
              <a:t>(</a:t>
            </a:r>
            <a:r>
              <a:rPr lang="en-US" sz="2800" dirty="0" err="1">
                <a:effectLst/>
              </a:rPr>
              <a:t>a,b,c</a:t>
            </a:r>
            <a:r>
              <a:rPr lang="en-US" sz="2800" dirty="0">
                <a:effectLst/>
              </a:rPr>
              <a:t>):</a:t>
            </a:r>
          </a:p>
          <a:p>
            <a:pPr algn="l"/>
            <a:r>
              <a:rPr lang="en-US" sz="2800" dirty="0">
                <a:effectLst/>
              </a:rPr>
              <a:t>    </a:t>
            </a:r>
            <a:r>
              <a:rPr lang="en-US" sz="2800" dirty="0" err="1">
                <a:effectLst/>
              </a:rPr>
              <a:t>avg</a:t>
            </a:r>
            <a:r>
              <a:rPr lang="en-US" sz="2800" dirty="0">
                <a:effectLst/>
              </a:rPr>
              <a:t> = (a + b + c) / 3</a:t>
            </a:r>
          </a:p>
          <a:p>
            <a:pPr algn="l"/>
            <a:r>
              <a:rPr lang="en-US" sz="2800" dirty="0">
                <a:effectLst/>
              </a:rPr>
              <a:t>    return </a:t>
            </a:r>
            <a:r>
              <a:rPr lang="en-US" sz="2800" dirty="0" err="1">
                <a:effectLst/>
              </a:rPr>
              <a:t>avg</a:t>
            </a:r>
            <a:endParaRPr lang="en-US" sz="2800" dirty="0">
              <a:effectLst/>
            </a:endParaRPr>
          </a:p>
          <a:p>
            <a:pPr algn="l"/>
            <a:r>
              <a:rPr lang="en-US" sz="2800" dirty="0">
                <a:effectLst/>
              </a:rPr>
              <a:t>print("The </a:t>
            </a:r>
            <a:r>
              <a:rPr lang="en-US" sz="2800" dirty="0" err="1">
                <a:effectLst/>
              </a:rPr>
              <a:t>avg</a:t>
            </a:r>
            <a:r>
              <a:rPr lang="en-US" sz="2800" dirty="0">
                <a:effectLst/>
              </a:rPr>
              <a:t> of three numbers: ",</a:t>
            </a:r>
            <a:r>
              <a:rPr lang="en-US" sz="2800" dirty="0" err="1">
                <a:effectLst/>
              </a:rPr>
              <a:t>calcavg</a:t>
            </a:r>
            <a:r>
              <a:rPr lang="en-US" sz="2800" dirty="0">
                <a:effectLst/>
              </a:rPr>
              <a:t>(</a:t>
            </a:r>
            <a:r>
              <a:rPr lang="en-US" sz="2800" dirty="0" err="1">
                <a:effectLst/>
              </a:rPr>
              <a:t>a,b,c</a:t>
            </a:r>
            <a:r>
              <a:rPr lang="en-US" sz="2800" dirty="0" smtClean="0">
                <a:effectLst/>
              </a:rPr>
              <a:t>))</a:t>
            </a:r>
            <a:endParaRPr lang="en-US" sz="28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4917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957" y="949323"/>
            <a:ext cx="11158930" cy="5566086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effectLst/>
              </a:rPr>
              <a:t>When you do not pass the value in function calling step, you can use default parameters because python allows you to make a parameter default so that even when you do not pass a value of parameter, python will use default value.</a:t>
            </a:r>
          </a:p>
          <a:p>
            <a:pPr algn="l"/>
            <a:r>
              <a:rPr lang="en-US" sz="2800" dirty="0" err="1" smtClean="0">
                <a:effectLst/>
              </a:rPr>
              <a:t>def</a:t>
            </a:r>
            <a:r>
              <a:rPr lang="en-US" sz="2800" dirty="0" smtClean="0">
                <a:effectLst/>
              </a:rPr>
              <a:t> info(name, role, age = 24):</a:t>
            </a:r>
          </a:p>
          <a:p>
            <a:pPr algn="l"/>
            <a:r>
              <a:rPr lang="en-US" sz="2800" dirty="0">
                <a:effectLst/>
              </a:rPr>
              <a:t>	</a:t>
            </a:r>
            <a:r>
              <a:rPr lang="en-US" sz="2800" dirty="0" smtClean="0">
                <a:effectLst/>
              </a:rPr>
              <a:t>print(</a:t>
            </a:r>
            <a:r>
              <a:rPr lang="en-US" sz="2800" dirty="0" err="1" smtClean="0">
                <a:effectLst/>
              </a:rPr>
              <a:t>f”Your</a:t>
            </a:r>
            <a:r>
              <a:rPr lang="en-US" sz="2800" dirty="0" smtClean="0">
                <a:effectLst/>
              </a:rPr>
              <a:t> name is {name}”)</a:t>
            </a:r>
          </a:p>
          <a:p>
            <a:pPr algn="l"/>
            <a:r>
              <a:rPr lang="en-US" sz="2800" dirty="0">
                <a:effectLst/>
              </a:rPr>
              <a:t>	</a:t>
            </a:r>
            <a:r>
              <a:rPr lang="en-US" sz="2800" dirty="0" smtClean="0">
                <a:effectLst/>
              </a:rPr>
              <a:t>print(</a:t>
            </a:r>
            <a:r>
              <a:rPr lang="en-US" sz="2800" dirty="0" err="1" smtClean="0">
                <a:effectLst/>
              </a:rPr>
              <a:t>f”You</a:t>
            </a:r>
            <a:r>
              <a:rPr lang="en-US" sz="2800" dirty="0" smtClean="0">
                <a:effectLst/>
              </a:rPr>
              <a:t> are a {role}”}</a:t>
            </a:r>
          </a:p>
          <a:p>
            <a:pPr algn="l"/>
            <a:r>
              <a:rPr lang="en-US" sz="2800" dirty="0">
                <a:effectLst/>
              </a:rPr>
              <a:t>	</a:t>
            </a:r>
            <a:r>
              <a:rPr lang="en-US" sz="2800" dirty="0" smtClean="0">
                <a:effectLst/>
              </a:rPr>
              <a:t>print(</a:t>
            </a:r>
            <a:r>
              <a:rPr lang="en-US" sz="2800" dirty="0" err="1" smtClean="0">
                <a:effectLst/>
              </a:rPr>
              <a:t>f”You</a:t>
            </a:r>
            <a:r>
              <a:rPr lang="en-US" sz="2800" dirty="0" smtClean="0">
                <a:effectLst/>
              </a:rPr>
              <a:t> are {age} years old”)</a:t>
            </a:r>
          </a:p>
          <a:p>
            <a:pPr algn="l"/>
            <a:r>
              <a:rPr lang="en-US" sz="2800" dirty="0" smtClean="0">
                <a:effectLst/>
              </a:rPr>
              <a:t>Info(“Haroon”, “AI Teacher”)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DEFAULT PARAMETER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412469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675" y="1154244"/>
            <a:ext cx="11848476" cy="5366478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effectLst/>
              </a:rPr>
              <a:t>Question. Write a function </a:t>
            </a:r>
            <a:r>
              <a:rPr lang="en-US" sz="2800" dirty="0">
                <a:effectLst/>
              </a:rPr>
              <a:t>to find the factorial of n. (n is the parameter)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 err="1">
                <a:effectLst/>
              </a:rPr>
              <a:t>def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factori</a:t>
            </a:r>
            <a:r>
              <a:rPr lang="en-US" sz="2800" dirty="0">
                <a:effectLst/>
              </a:rPr>
              <a:t>(a):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fact = 1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for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in range(1,a+1):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    fact *= </a:t>
            </a:r>
            <a:r>
              <a:rPr lang="en-US" sz="2800" dirty="0" err="1">
                <a:effectLst/>
              </a:rPr>
              <a:t>i</a:t>
            </a:r>
            <a:endParaRPr lang="en-US" sz="2800" dirty="0">
              <a:effectLst/>
            </a:endParaRPr>
          </a:p>
          <a:p>
            <a:pPr algn="l"/>
            <a:r>
              <a:rPr lang="en-US" sz="2800" dirty="0">
                <a:effectLst/>
              </a:rPr>
              <a:t>    print(fact</a:t>
            </a:r>
            <a:r>
              <a:rPr lang="en-US" sz="2800" dirty="0" smtClean="0">
                <a:effectLst/>
              </a:rPr>
              <a:t>)</a:t>
            </a:r>
          </a:p>
          <a:p>
            <a:pPr algn="l"/>
            <a:r>
              <a:rPr lang="en-US" sz="2800" dirty="0">
                <a:effectLst/>
              </a:rPr>
              <a:t>a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(input("Enter the number to find factorial: "))</a:t>
            </a:r>
          </a:p>
          <a:p>
            <a:pPr algn="l"/>
            <a:r>
              <a:rPr lang="en-US" sz="2800" dirty="0" err="1">
                <a:effectLst/>
              </a:rPr>
              <a:t>factori</a:t>
            </a:r>
            <a:r>
              <a:rPr lang="en-US" sz="2800" dirty="0">
                <a:effectLst/>
              </a:rPr>
              <a:t>(a</a:t>
            </a:r>
            <a:r>
              <a:rPr lang="en-US" sz="2800" dirty="0" smtClean="0">
                <a:effectLst/>
              </a:rPr>
              <a:t>)</a:t>
            </a:r>
            <a:endParaRPr lang="en-US" sz="28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094414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2889" y="1184225"/>
            <a:ext cx="9525000" cy="5501388"/>
          </a:xfrm>
        </p:spPr>
        <p:txBody>
          <a:bodyPr>
            <a:noAutofit/>
          </a:bodyPr>
          <a:lstStyle/>
          <a:p>
            <a:pPr algn="l"/>
            <a:r>
              <a:rPr lang="nn-NO" sz="2800" dirty="0" smtClean="0">
                <a:effectLst/>
              </a:rPr>
              <a:t>QUESTION: Write a function to convert usd to pkr.</a:t>
            </a:r>
          </a:p>
          <a:p>
            <a:pPr algn="l"/>
            <a:r>
              <a:rPr lang="nn-NO" sz="2800" dirty="0" smtClean="0">
                <a:effectLst/>
              </a:rPr>
              <a:t>SOLUTION:</a:t>
            </a:r>
          </a:p>
          <a:p>
            <a:pPr algn="l"/>
            <a:r>
              <a:rPr lang="nn-NO" sz="2800" dirty="0" smtClean="0">
                <a:effectLst/>
              </a:rPr>
              <a:t>def </a:t>
            </a:r>
            <a:r>
              <a:rPr lang="nn-NO" sz="2800" dirty="0">
                <a:effectLst/>
              </a:rPr>
              <a:t>converter(usd_val):</a:t>
            </a:r>
          </a:p>
          <a:p>
            <a:pPr algn="l"/>
            <a:r>
              <a:rPr lang="nn-NO" sz="2800" dirty="0">
                <a:effectLst/>
              </a:rPr>
              <a:t>    pkr_val = usd_val * 278</a:t>
            </a:r>
          </a:p>
          <a:p>
            <a:pPr algn="l"/>
            <a:r>
              <a:rPr lang="nn-NO" sz="2800" dirty="0">
                <a:effectLst/>
              </a:rPr>
              <a:t>    print(usd_val, "USD = ", pkr_val, "PKR")</a:t>
            </a:r>
          </a:p>
          <a:p>
            <a:pPr algn="l"/>
            <a:r>
              <a:rPr lang="nn-NO" sz="2800" dirty="0">
                <a:effectLst/>
              </a:rPr>
              <a:t>    return </a:t>
            </a:r>
            <a:r>
              <a:rPr lang="nn-NO" sz="2800" dirty="0" smtClean="0">
                <a:effectLst/>
              </a:rPr>
              <a:t>pkr_val</a:t>
            </a:r>
          </a:p>
          <a:p>
            <a:pPr algn="l"/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usd_val</a:t>
            </a:r>
            <a:r>
              <a:rPr lang="en-US" sz="2800" dirty="0">
                <a:effectLst/>
              </a:rPr>
              <a:t>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(input("Enter </a:t>
            </a:r>
            <a:r>
              <a:rPr lang="en-US" sz="2800" dirty="0" err="1">
                <a:effectLst/>
              </a:rPr>
              <a:t>dollara</a:t>
            </a:r>
            <a:r>
              <a:rPr lang="en-US" sz="2800" dirty="0">
                <a:effectLst/>
              </a:rPr>
              <a:t> amount to convert to </a:t>
            </a:r>
            <a:r>
              <a:rPr lang="en-US" sz="2800" dirty="0" err="1">
                <a:effectLst/>
              </a:rPr>
              <a:t>pkr</a:t>
            </a:r>
            <a:r>
              <a:rPr lang="en-US" sz="2800" dirty="0">
                <a:effectLst/>
              </a:rPr>
              <a:t>: "))</a:t>
            </a:r>
          </a:p>
          <a:p>
            <a:pPr algn="l"/>
            <a:r>
              <a:rPr lang="en-US" sz="2800" dirty="0">
                <a:effectLst/>
              </a:rPr>
              <a:t> converter(</a:t>
            </a:r>
            <a:r>
              <a:rPr lang="en-US" sz="2800" dirty="0" err="1">
                <a:effectLst/>
              </a:rPr>
              <a:t>usd_val</a:t>
            </a:r>
            <a:r>
              <a:rPr lang="en-US" sz="2800" dirty="0">
                <a:effectLst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</a:t>
            </a:r>
            <a:r>
              <a:rPr lang="en-US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78507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0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RECURSIVE</a:t>
            </a:r>
            <a:r>
              <a:rPr lang="en-US" sz="5400" b="0" cap="none" dirty="0" smtClean="0">
                <a:effectLst/>
              </a:rPr>
              <a:t> </a:t>
            </a:r>
            <a:r>
              <a:rPr lang="en-US" sz="5400" b="0" cap="none" dirty="0" smtClean="0">
                <a:effectLst/>
              </a:rPr>
              <a:t>FUNCTION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824460"/>
            <a:ext cx="9542424" cy="6033540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effectLst/>
              </a:rPr>
              <a:t>When a function calls itself repeatedly, it is known as recursive function or recursion.</a:t>
            </a:r>
            <a:r>
              <a:rPr lang="en-US" dirty="0">
                <a:effectLst/>
              </a:rPr>
              <a:t> </a:t>
            </a:r>
            <a:r>
              <a:rPr lang="en-US" sz="3200" dirty="0">
                <a:effectLst/>
              </a:rPr>
              <a:t>Below is an example of recursive function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 err="1">
                <a:effectLst/>
              </a:rPr>
              <a:t>def</a:t>
            </a:r>
            <a:r>
              <a:rPr lang="en-US" sz="3200" dirty="0">
                <a:effectLst/>
              </a:rPr>
              <a:t> show(n):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    if(n==0</a:t>
            </a:r>
            <a:r>
              <a:rPr lang="en-US" sz="3200" dirty="0" smtClean="0">
                <a:effectLst/>
              </a:rPr>
              <a:t>):</a:t>
            </a:r>
          </a:p>
          <a:p>
            <a:pPr algn="l"/>
            <a:r>
              <a:rPr lang="en-US" sz="3200" dirty="0" smtClean="0">
                <a:effectLst/>
              </a:rPr>
              <a:t>         return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    print(n)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    show(n-1)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show(7)</a:t>
            </a:r>
          </a:p>
          <a:p>
            <a:pPr algn="l">
              <a:lnSpc>
                <a:spcPct val="150000"/>
              </a:lnSpc>
            </a:pP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72150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675" y="1154244"/>
            <a:ext cx="11848476" cy="5366478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effectLst/>
              </a:rPr>
              <a:t>Question. Write </a:t>
            </a:r>
            <a:r>
              <a:rPr lang="en-US" dirty="0">
                <a:effectLst/>
              </a:rPr>
              <a:t>a recursive function to print all elements in a list. Hint: use list &amp; index as </a:t>
            </a:r>
            <a:r>
              <a:rPr lang="en-US" dirty="0" smtClean="0">
                <a:effectLst/>
              </a:rPr>
              <a:t>parameters</a:t>
            </a:r>
          </a:p>
          <a:p>
            <a:pPr algn="l"/>
            <a:r>
              <a:rPr lang="en-US" dirty="0" smtClean="0">
                <a:effectLst/>
              </a:rPr>
              <a:t>Solution:</a:t>
            </a:r>
            <a:endParaRPr lang="en-US" dirty="0">
              <a:effectLst/>
            </a:endParaRP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 err="1">
                <a:effectLst/>
              </a:rPr>
              <a:t>def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prli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list,idx</a:t>
            </a:r>
            <a:r>
              <a:rPr lang="en-US" dirty="0">
                <a:effectLst/>
              </a:rPr>
              <a:t>=0):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if(</a:t>
            </a:r>
            <a:r>
              <a:rPr lang="en-US" dirty="0" err="1">
                <a:effectLst/>
              </a:rPr>
              <a:t>idx</a:t>
            </a:r>
            <a:r>
              <a:rPr lang="en-US" dirty="0">
                <a:effectLst/>
              </a:rPr>
              <a:t>==</a:t>
            </a:r>
            <a:r>
              <a:rPr lang="en-US" dirty="0" err="1">
                <a:effectLst/>
              </a:rPr>
              <a:t>len</a:t>
            </a:r>
            <a:r>
              <a:rPr lang="en-US" dirty="0">
                <a:effectLst/>
              </a:rPr>
              <a:t>(list)):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    return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print(list[</a:t>
            </a:r>
            <a:r>
              <a:rPr lang="en-US" dirty="0" err="1">
                <a:effectLst/>
              </a:rPr>
              <a:t>idx</a:t>
            </a:r>
            <a:r>
              <a:rPr lang="en-US" dirty="0">
                <a:effectLst/>
              </a:rPr>
              <a:t>])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</a:t>
            </a:r>
            <a:r>
              <a:rPr lang="en-US" dirty="0" err="1">
                <a:effectLst/>
              </a:rPr>
              <a:t>prli</a:t>
            </a:r>
            <a:r>
              <a:rPr lang="en-US" dirty="0">
                <a:effectLst/>
              </a:rPr>
              <a:t>(list,idx+1)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li = [1,2,3,4,5,6,7]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 err="1">
                <a:effectLst/>
              </a:rPr>
              <a:t>prli</a:t>
            </a:r>
            <a:r>
              <a:rPr lang="en-US" dirty="0">
                <a:effectLst/>
              </a:rPr>
              <a:t>(li)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</a:t>
            </a:r>
            <a:r>
              <a:rPr lang="en-US" sz="4400" dirty="0" smtClean="0"/>
              <a:t>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438098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1707</TotalTime>
  <Words>249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Rockwell</vt:lpstr>
      <vt:lpstr>Wingdings</vt:lpstr>
      <vt:lpstr>Damask</vt:lpstr>
      <vt:lpstr>PYTHON WITH AI</vt:lpstr>
      <vt:lpstr>LECTURE 15</vt:lpstr>
      <vt:lpstr>WHAT IS A FUNCTION</vt:lpstr>
      <vt:lpstr>PowerPoint Presentation</vt:lpstr>
      <vt:lpstr>PowerPoint Presentation</vt:lpstr>
      <vt:lpstr>PowerPoint Presentation</vt:lpstr>
      <vt:lpstr>PowerPoint Presentation</vt:lpstr>
      <vt:lpstr>RECURSIVE FUNCTION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193</cp:revision>
  <dcterms:created xsi:type="dcterms:W3CDTF">2026-05-24T19:41:59Z</dcterms:created>
  <dcterms:modified xsi:type="dcterms:W3CDTF">2026-06-19T12:43:33Z</dcterms:modified>
</cp:coreProperties>
</file>