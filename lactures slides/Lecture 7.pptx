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LECTURE 7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Conditional Statements II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39896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295421"/>
            <a:ext cx="9001462" cy="921507"/>
          </a:xfrm>
        </p:spPr>
        <p:txBody>
          <a:bodyPr>
            <a:normAutofit/>
          </a:bodyPr>
          <a:lstStyle/>
          <a:p>
            <a:r>
              <a:rPr lang="en-US" sz="6000" b="0" cap="none" dirty="0" smtClean="0">
                <a:effectLst/>
              </a:rPr>
              <a:t>if </a:t>
            </a:r>
            <a:r>
              <a:rPr lang="en-US" sz="6000" b="0" cap="none" dirty="0" err="1" smtClean="0">
                <a:effectLst/>
              </a:rPr>
              <a:t>elif</a:t>
            </a:r>
            <a:r>
              <a:rPr lang="en-US" sz="6000" b="0" cap="none" dirty="0" smtClean="0">
                <a:effectLst/>
              </a:rPr>
              <a:t> else syntax</a:t>
            </a:r>
            <a:endParaRPr lang="en-US" sz="60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2050" y="1216928"/>
            <a:ext cx="9001462" cy="5141669"/>
          </a:xfrm>
        </p:spPr>
        <p:txBody>
          <a:bodyPr>
            <a:noAutofit/>
          </a:bodyPr>
          <a:lstStyle/>
          <a:p>
            <a:pPr algn="l"/>
            <a:r>
              <a:rPr lang="en-US" sz="4000" dirty="0"/>
              <a:t>if(condition</a:t>
            </a:r>
            <a:r>
              <a:rPr lang="en-US" sz="4000" dirty="0" smtClean="0"/>
              <a:t>): </a:t>
            </a:r>
          </a:p>
          <a:p>
            <a:pPr algn="l"/>
            <a:r>
              <a:rPr lang="en-US" sz="4000" dirty="0" smtClean="0"/>
              <a:t>	Statement1 </a:t>
            </a:r>
          </a:p>
          <a:p>
            <a:pPr algn="l"/>
            <a:r>
              <a:rPr lang="en-US" sz="4000" dirty="0" err="1" smtClean="0"/>
              <a:t>elif</a:t>
            </a:r>
            <a:r>
              <a:rPr lang="en-US" sz="4000" dirty="0" smtClean="0"/>
              <a:t>(condition):</a:t>
            </a:r>
          </a:p>
          <a:p>
            <a:pPr algn="l"/>
            <a:r>
              <a:rPr lang="en-US" sz="4000" dirty="0" smtClean="0"/>
              <a:t>	Statement2 </a:t>
            </a:r>
          </a:p>
          <a:p>
            <a:pPr algn="l"/>
            <a:r>
              <a:rPr lang="en-US" sz="4000" dirty="0" smtClean="0"/>
              <a:t>else</a:t>
            </a:r>
            <a:r>
              <a:rPr lang="en-US" sz="4000" dirty="0"/>
              <a:t>: </a:t>
            </a:r>
          </a:p>
          <a:p>
            <a:pPr algn="l"/>
            <a:r>
              <a:rPr lang="en-US" sz="4000" dirty="0" smtClean="0"/>
              <a:t>	</a:t>
            </a:r>
            <a:r>
              <a:rPr lang="en-US" sz="4000" dirty="0" err="1" smtClean="0"/>
              <a:t>StatementN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78353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1010" y="281354"/>
            <a:ext cx="9861452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QUESTION 1: </a:t>
            </a:r>
            <a:r>
              <a:rPr lang="en-US" sz="2800" dirty="0" smtClean="0"/>
              <a:t>Write a program to check if a number entered by the user is even or odd</a:t>
            </a:r>
          </a:p>
          <a:p>
            <a:endParaRPr lang="en-US" sz="3200" b="1" dirty="0" smtClean="0"/>
          </a:p>
          <a:p>
            <a:r>
              <a:rPr lang="en-US" sz="2800" b="1" dirty="0" smtClean="0"/>
              <a:t>SOLUTION: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3200" dirty="0" smtClean="0"/>
              <a:t>print(type(</a:t>
            </a:r>
            <a:r>
              <a:rPr lang="en-US" sz="3200" dirty="0" err="1" smtClean="0"/>
              <a:t>checkNumber</a:t>
            </a:r>
            <a:r>
              <a:rPr lang="en-US" sz="3200" dirty="0" smtClean="0"/>
              <a:t>))</a:t>
            </a:r>
          </a:p>
          <a:p>
            <a:endParaRPr lang="en-US" sz="3200" dirty="0" smtClean="0"/>
          </a:p>
          <a:p>
            <a:r>
              <a:rPr lang="en-US" sz="3200" dirty="0" err="1" smtClean="0"/>
              <a:t>checkNumber</a:t>
            </a:r>
            <a:r>
              <a:rPr lang="en-US" sz="3200" dirty="0" smtClean="0"/>
              <a:t> = </a:t>
            </a:r>
            <a:r>
              <a:rPr lang="en-US" sz="3200" dirty="0" err="1" smtClean="0"/>
              <a:t>int</a:t>
            </a:r>
            <a:r>
              <a:rPr lang="en-US" sz="3200" dirty="0" smtClean="0"/>
              <a:t>(input("Enter any number: "))</a:t>
            </a:r>
          </a:p>
          <a:p>
            <a:endParaRPr lang="en-US" sz="3200" dirty="0" smtClean="0"/>
          </a:p>
          <a:p>
            <a:r>
              <a:rPr lang="en-US" sz="3200" dirty="0" smtClean="0"/>
              <a:t>if(checkNumber%2 </a:t>
            </a:r>
            <a:r>
              <a:rPr lang="en-US" sz="3200" dirty="0"/>
              <a:t>== 0):</a:t>
            </a:r>
          </a:p>
          <a:p>
            <a:r>
              <a:rPr lang="en-US" sz="3200" dirty="0" smtClean="0"/>
              <a:t> </a:t>
            </a:r>
            <a:r>
              <a:rPr lang="en-US" sz="3200" dirty="0"/>
              <a:t>    print("You have entered an even number")</a:t>
            </a:r>
          </a:p>
          <a:p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> </a:t>
            </a:r>
            <a:r>
              <a:rPr lang="en-US" sz="3200" dirty="0" err="1"/>
              <a:t>elif</a:t>
            </a:r>
            <a:r>
              <a:rPr lang="en-US" sz="3200" dirty="0"/>
              <a:t>(checkNumber%2 != 0):</a:t>
            </a:r>
          </a:p>
          <a:p>
            <a:r>
              <a:rPr lang="en-US" sz="3200" dirty="0" smtClean="0"/>
              <a:t> </a:t>
            </a:r>
            <a:r>
              <a:rPr lang="en-US" sz="3200" dirty="0"/>
              <a:t>    print("You have entered an odd number") 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3384111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1010" y="253218"/>
            <a:ext cx="9861452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QUESTION 2: </a:t>
            </a:r>
            <a:r>
              <a:rPr lang="en-US" sz="2800" dirty="0" smtClean="0"/>
              <a:t>Write a program to </a:t>
            </a:r>
            <a:r>
              <a:rPr lang="en-US" sz="2800" dirty="0"/>
              <a:t>find the greatest of 3 numbers entered by the user.</a:t>
            </a:r>
          </a:p>
          <a:p>
            <a:endParaRPr lang="en-US" sz="3200" b="1" dirty="0" smtClean="0"/>
          </a:p>
          <a:p>
            <a:r>
              <a:rPr lang="en-US" sz="2800" b="1" dirty="0" smtClean="0"/>
              <a:t>SOLUTION: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3200" dirty="0" smtClean="0"/>
              <a:t>checkNumber1 </a:t>
            </a:r>
            <a:r>
              <a:rPr lang="en-US" sz="3200" dirty="0"/>
              <a:t>= </a:t>
            </a:r>
            <a:r>
              <a:rPr lang="en-US" sz="3200" dirty="0" err="1"/>
              <a:t>int</a:t>
            </a:r>
            <a:r>
              <a:rPr lang="en-US" sz="3200" dirty="0"/>
              <a:t>(input("Enter first number: "))</a:t>
            </a:r>
          </a:p>
          <a:p>
            <a:r>
              <a:rPr lang="en-US" sz="3200" dirty="0" smtClean="0"/>
              <a:t>checkNumber2 </a:t>
            </a:r>
            <a:r>
              <a:rPr lang="en-US" sz="3200" dirty="0"/>
              <a:t>= </a:t>
            </a:r>
            <a:r>
              <a:rPr lang="en-US" sz="3200" dirty="0" err="1"/>
              <a:t>int</a:t>
            </a:r>
            <a:r>
              <a:rPr lang="en-US" sz="3200" dirty="0"/>
              <a:t>(input("Enter second number: "))</a:t>
            </a:r>
          </a:p>
          <a:p>
            <a:r>
              <a:rPr lang="en-US" sz="3200" dirty="0" smtClean="0"/>
              <a:t>checkNumber3 </a:t>
            </a:r>
            <a:r>
              <a:rPr lang="en-US" sz="3200" dirty="0"/>
              <a:t>= </a:t>
            </a:r>
            <a:r>
              <a:rPr lang="en-US" sz="3200" dirty="0" err="1"/>
              <a:t>int</a:t>
            </a:r>
            <a:r>
              <a:rPr lang="en-US" sz="3200" dirty="0"/>
              <a:t>(input("Enter third number: "))</a:t>
            </a:r>
          </a:p>
          <a:p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>greatest </a:t>
            </a:r>
            <a:r>
              <a:rPr lang="en-US" sz="3200" dirty="0"/>
              <a:t>= max(checkNumber1, checkNumber2, checkNumber3)</a:t>
            </a:r>
          </a:p>
          <a:p>
            <a:endParaRPr lang="en-US" sz="3200" dirty="0"/>
          </a:p>
          <a:p>
            <a:r>
              <a:rPr lang="en-US" sz="3200" dirty="0" smtClean="0"/>
              <a:t>print</a:t>
            </a:r>
            <a:r>
              <a:rPr lang="en-US" sz="3200" dirty="0"/>
              <a:t>("The greatest number is:", greatest</a:t>
            </a:r>
            <a:r>
              <a:rPr lang="en-US" sz="3200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157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0505" y="534572"/>
            <a:ext cx="1091652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QUESTION 3: </a:t>
            </a:r>
            <a:r>
              <a:rPr lang="en-US" sz="2800" dirty="0" smtClean="0"/>
              <a:t>Write a program to </a:t>
            </a:r>
            <a:r>
              <a:rPr lang="en-US" sz="2800" dirty="0"/>
              <a:t>check if a number is multiple of 7 or </a:t>
            </a:r>
            <a:r>
              <a:rPr lang="en-US" sz="2800" dirty="0" smtClean="0"/>
              <a:t>not ?</a:t>
            </a:r>
            <a:endParaRPr lang="en-US" sz="2800" dirty="0"/>
          </a:p>
          <a:p>
            <a:endParaRPr lang="en-US" sz="3200" b="1" dirty="0" smtClean="0"/>
          </a:p>
          <a:p>
            <a:r>
              <a:rPr lang="en-US" sz="2800" b="1" dirty="0" smtClean="0"/>
              <a:t>SOLUTION: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3600" dirty="0" err="1" smtClean="0"/>
              <a:t>checkNumber</a:t>
            </a:r>
            <a:r>
              <a:rPr lang="en-US" sz="3600" dirty="0" smtClean="0"/>
              <a:t> </a:t>
            </a:r>
            <a:r>
              <a:rPr lang="en-US" sz="3600" dirty="0"/>
              <a:t>= </a:t>
            </a:r>
            <a:r>
              <a:rPr lang="en-US" sz="3600" dirty="0" err="1"/>
              <a:t>int</a:t>
            </a:r>
            <a:r>
              <a:rPr lang="en-US" sz="3600" dirty="0"/>
              <a:t>(input("Enter any number: "))</a:t>
            </a:r>
          </a:p>
          <a:p>
            <a:r>
              <a:rPr lang="en-US" sz="3600" dirty="0" smtClean="0"/>
              <a:t>if(checkNumber%7 </a:t>
            </a:r>
            <a:r>
              <a:rPr lang="en-US" sz="3600" dirty="0"/>
              <a:t>== 0):</a:t>
            </a:r>
          </a:p>
          <a:p>
            <a:r>
              <a:rPr lang="en-US" sz="3600" dirty="0"/>
              <a:t>    print("multiple of 7")</a:t>
            </a:r>
          </a:p>
          <a:p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 smtClean="0"/>
              <a:t> </a:t>
            </a:r>
            <a:r>
              <a:rPr lang="en-US" sz="3600" dirty="0" err="1"/>
              <a:t>elif</a:t>
            </a:r>
            <a:r>
              <a:rPr lang="en-US" sz="3600" dirty="0"/>
              <a:t>(checkNumber%7 != 0):</a:t>
            </a:r>
          </a:p>
          <a:p>
            <a:r>
              <a:rPr lang="en-US" sz="3600" dirty="0" smtClean="0"/>
              <a:t> </a:t>
            </a:r>
            <a:r>
              <a:rPr lang="en-US" sz="3600" dirty="0"/>
              <a:t>    print("Not a multiple of 7") </a:t>
            </a:r>
            <a:endParaRPr lang="en-US" sz="3600" dirty="0" smtClean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489974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354" y="1969477"/>
            <a:ext cx="11310424" cy="2215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8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THE END</a:t>
            </a:r>
            <a:endParaRPr lang="en-US" sz="138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87280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57</TotalTime>
  <Words>81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Rockwell</vt:lpstr>
      <vt:lpstr>Damask</vt:lpstr>
      <vt:lpstr>PYTHON WITH AI</vt:lpstr>
      <vt:lpstr>LECTURE 7</vt:lpstr>
      <vt:lpstr>if elif else syntax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23</cp:revision>
  <dcterms:created xsi:type="dcterms:W3CDTF">2026-05-24T19:41:59Z</dcterms:created>
  <dcterms:modified xsi:type="dcterms:W3CDTF">2026-05-24T20:38:59Z</dcterms:modified>
</cp:coreProperties>
</file>