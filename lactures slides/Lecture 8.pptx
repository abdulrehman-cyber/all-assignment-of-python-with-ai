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</a:t>
            </a:r>
            <a:r>
              <a:rPr lang="en-US" sz="7200" dirty="0"/>
              <a:t>8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String, string functions &amp; indexing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29542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What is a string</a:t>
            </a:r>
            <a:endParaRPr lang="en-US" sz="60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1153696"/>
            <a:ext cx="9001462" cy="5437090"/>
          </a:xfrm>
        </p:spPr>
        <p:txBody>
          <a:bodyPr>
            <a:noAutofit/>
          </a:bodyPr>
          <a:lstStyle/>
          <a:p>
            <a:pPr algn="l"/>
            <a:r>
              <a:rPr lang="en-US" sz="4000" dirty="0" smtClean="0"/>
              <a:t>A string is basically a datatype that stores a sequence of characters. 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 smtClean="0"/>
          </a:p>
          <a:p>
            <a:pPr algn="l"/>
            <a:r>
              <a:rPr lang="en-US" sz="4000" dirty="0" smtClean="0"/>
              <a:t>“hello” + “world” = “</a:t>
            </a:r>
            <a:r>
              <a:rPr lang="en-US" sz="4000" dirty="0" err="1" smtClean="0"/>
              <a:t>helloworld</a:t>
            </a:r>
            <a:r>
              <a:rPr lang="en-US" sz="4000" dirty="0" smtClean="0"/>
              <a:t>”</a:t>
            </a:r>
            <a:br>
              <a:rPr lang="en-US" sz="4000" dirty="0" smtClean="0"/>
            </a:br>
            <a:endParaRPr lang="en-US" sz="4000" dirty="0" smtClean="0"/>
          </a:p>
          <a:p>
            <a:pPr algn="l"/>
            <a:r>
              <a:rPr lang="en-US" sz="4000" dirty="0" err="1"/>
              <a:t>l</a:t>
            </a:r>
            <a:r>
              <a:rPr lang="en-US" sz="4000" dirty="0" err="1" smtClean="0"/>
              <a:t>en</a:t>
            </a:r>
            <a:r>
              <a:rPr lang="en-US" sz="4000" dirty="0" smtClean="0"/>
              <a:t>(</a:t>
            </a:r>
            <a:r>
              <a:rPr lang="en-US" sz="4000" dirty="0" err="1" smtClean="0"/>
              <a:t>str</a:t>
            </a:r>
            <a:r>
              <a:rPr lang="en-US" sz="4000" dirty="0" smtClean="0"/>
              <a:t>) is used to find the length of string.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010" y="281354"/>
            <a:ext cx="986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String Functions</a:t>
            </a:r>
            <a:endParaRPr lang="en-US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1041010" y="866129"/>
            <a:ext cx="986145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s</a:t>
            </a:r>
            <a:r>
              <a:rPr lang="en-US" sz="3200" dirty="0" err="1" smtClean="0"/>
              <a:t>tr</a:t>
            </a:r>
            <a:r>
              <a:rPr lang="en-US" sz="3200" dirty="0" smtClean="0"/>
              <a:t> = “I am a Coder.”</a:t>
            </a:r>
          </a:p>
          <a:p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 smtClean="0"/>
              <a:t>s</a:t>
            </a:r>
            <a:r>
              <a:rPr lang="en-US" sz="3200" dirty="0" err="1" smtClean="0"/>
              <a:t>tr.endsWith</a:t>
            </a:r>
            <a:r>
              <a:rPr lang="en-US" sz="3200" dirty="0" smtClean="0"/>
              <a:t>(“</a:t>
            </a:r>
            <a:r>
              <a:rPr lang="en-US" sz="3200" dirty="0" err="1" smtClean="0"/>
              <a:t>er</a:t>
            </a:r>
            <a:r>
              <a:rPr lang="en-US" sz="3200" dirty="0" smtClean="0"/>
              <a:t>.”) will return true if string ends with substring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 smtClean="0"/>
              <a:t>s</a:t>
            </a:r>
            <a:r>
              <a:rPr lang="en-US" sz="3200" dirty="0" err="1" smtClean="0"/>
              <a:t>tr.capitalize</a:t>
            </a:r>
            <a:r>
              <a:rPr lang="en-US" sz="3200" dirty="0" smtClean="0"/>
              <a:t>() will capitalize 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char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s</a:t>
            </a:r>
            <a:r>
              <a:rPr lang="en-US" sz="3200" dirty="0" err="1" smtClean="0"/>
              <a:t>tr.replace</a:t>
            </a:r>
            <a:r>
              <a:rPr lang="en-US" sz="3200" dirty="0" smtClean="0"/>
              <a:t>(</a:t>
            </a:r>
            <a:r>
              <a:rPr lang="en-US" sz="3200" dirty="0" err="1" smtClean="0"/>
              <a:t>old,new</a:t>
            </a:r>
            <a:r>
              <a:rPr lang="en-US" sz="3200" dirty="0" smtClean="0"/>
              <a:t>) will replace all elements of old with new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s</a:t>
            </a:r>
            <a:r>
              <a:rPr lang="en-US" sz="3200" dirty="0" err="1" smtClean="0"/>
              <a:t>tr.find</a:t>
            </a:r>
            <a:r>
              <a:rPr lang="en-US" sz="3200" dirty="0" smtClean="0"/>
              <a:t>(word) will return 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index of 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</a:t>
            </a:r>
            <a:r>
              <a:rPr lang="en-US" sz="3200" dirty="0" err="1" smtClean="0"/>
              <a:t>elememt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 smtClean="0"/>
              <a:t>str.count</a:t>
            </a:r>
            <a:r>
              <a:rPr lang="en-US" sz="3200" dirty="0" smtClean="0"/>
              <a:t>(“am”) will count the occurrence of substring in the string</a:t>
            </a:r>
            <a:endParaRPr lang="en-US" sz="3200" dirty="0"/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338411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010" y="253218"/>
            <a:ext cx="9861452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 smtClean="0"/>
          </a:p>
          <a:p>
            <a:r>
              <a:rPr lang="en-US" sz="4400" b="1" dirty="0" smtClean="0"/>
              <a:t>QUESTION 1: Write a program to input user’s first name and print its length.</a:t>
            </a:r>
          </a:p>
          <a:p>
            <a:endParaRPr lang="en-US" sz="4400" b="1" dirty="0"/>
          </a:p>
          <a:p>
            <a:endParaRPr lang="en-US" sz="4400" b="1" dirty="0" smtClean="0"/>
          </a:p>
          <a:p>
            <a:endParaRPr lang="en-US" sz="4400" b="1" dirty="0"/>
          </a:p>
          <a:p>
            <a:r>
              <a:rPr lang="en-US" sz="4400" b="1" dirty="0" smtClean="0"/>
              <a:t>QUESTION 2: Write a program to find the occurrence </a:t>
            </a:r>
            <a:r>
              <a:rPr lang="en-US" sz="4400" b="1" dirty="0" smtClean="0"/>
              <a:t>of $ in a string</a:t>
            </a:r>
          </a:p>
          <a:p>
            <a:endParaRPr lang="en-US" sz="4400" b="1" dirty="0"/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4462157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77</TotalTime>
  <Words>125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PYTHON WITH AI</vt:lpstr>
      <vt:lpstr>LECTURE 8</vt:lpstr>
      <vt:lpstr>What is a string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29</cp:revision>
  <dcterms:created xsi:type="dcterms:W3CDTF">2026-05-24T19:41:59Z</dcterms:created>
  <dcterms:modified xsi:type="dcterms:W3CDTF">2026-06-02T06:00:26Z</dcterms:modified>
</cp:coreProperties>
</file>