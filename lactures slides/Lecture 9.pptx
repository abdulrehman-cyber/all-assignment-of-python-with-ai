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60" r:id="rId4"/>
    <p:sldId id="258" r:id="rId5"/>
    <p:sldId id="263" r:id="rId6"/>
    <p:sldId id="261" r:id="rId7"/>
    <p:sldId id="262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9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6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49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9985-EB7C-4F78-9792-C89785E4778B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6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PYTHON WITH AI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Prepared by Sir Haroon</a:t>
            </a:r>
          </a:p>
        </p:txBody>
      </p:sp>
    </p:spTree>
    <p:extLst>
      <p:ext uri="{BB962C8B-B14F-4D97-AF65-F5344CB8AC3E}">
        <p14:creationId xmlns:p14="http://schemas.microsoft.com/office/powerpoint/2010/main" val="727109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LECTURE </a:t>
            </a:r>
            <a:r>
              <a:rPr lang="en-US" sz="7200" dirty="0"/>
              <a:t>9</a:t>
            </a: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Lists, List Functions &amp; List Slicing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839896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541"/>
            <a:ext cx="9001462" cy="921507"/>
          </a:xfrm>
        </p:spPr>
        <p:txBody>
          <a:bodyPr>
            <a:normAutofit/>
          </a:bodyPr>
          <a:lstStyle/>
          <a:p>
            <a:r>
              <a:rPr lang="en-US" sz="6000" b="0" cap="none" dirty="0" smtClean="0">
                <a:effectLst/>
              </a:rPr>
              <a:t>What is a </a:t>
            </a:r>
            <a:r>
              <a:rPr lang="en-US" sz="6000" b="0" cap="none" dirty="0" smtClean="0">
                <a:effectLst/>
              </a:rPr>
              <a:t>list</a:t>
            </a:r>
            <a:endParaRPr lang="en-US" sz="6000" b="0" cap="none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816071"/>
            <a:ext cx="9001462" cy="543709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3600" dirty="0" smtClean="0"/>
              <a:t>A built-in datatype that stores set of values. It can store elements of different types (</a:t>
            </a:r>
            <a:r>
              <a:rPr lang="en-US" sz="3600" dirty="0" err="1" smtClean="0"/>
              <a:t>int</a:t>
            </a:r>
            <a:r>
              <a:rPr lang="en-US" sz="3600" dirty="0" smtClean="0"/>
              <a:t>, float, </a:t>
            </a:r>
            <a:r>
              <a:rPr lang="en-US" sz="3600" dirty="0" err="1" smtClean="0"/>
              <a:t>str</a:t>
            </a:r>
            <a:r>
              <a:rPr lang="en-US" sz="3600" dirty="0" smtClean="0"/>
              <a:t>).</a:t>
            </a:r>
            <a:endParaRPr lang="en-US" sz="3600" dirty="0" smtClean="0"/>
          </a:p>
          <a:p>
            <a:pPr algn="l">
              <a:lnSpc>
                <a:spcPct val="150000"/>
              </a:lnSpc>
            </a:pPr>
            <a:r>
              <a:rPr lang="en-US" sz="3600" dirty="0"/>
              <a:t>m</a:t>
            </a:r>
            <a:r>
              <a:rPr lang="en-US" sz="3600" dirty="0" smtClean="0"/>
              <a:t>arks = [56,78,43,80, 99, 32,45]</a:t>
            </a:r>
          </a:p>
          <a:p>
            <a:pPr algn="l">
              <a:lnSpc>
                <a:spcPct val="150000"/>
              </a:lnSpc>
            </a:pPr>
            <a:r>
              <a:rPr lang="en-US" sz="3600" dirty="0"/>
              <a:t>m</a:t>
            </a:r>
            <a:r>
              <a:rPr lang="en-US" sz="3600" dirty="0" smtClean="0"/>
              <a:t>arks[1:4] </a:t>
            </a:r>
            <a:r>
              <a:rPr lang="en-US" sz="3600" dirty="0"/>
              <a:t>= [</a:t>
            </a:r>
            <a:r>
              <a:rPr lang="en-US" sz="3600" dirty="0" smtClean="0"/>
              <a:t>56,78,43]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Note that python always skips the last index.</a:t>
            </a: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42783537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1010" y="140677"/>
            <a:ext cx="9861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List</a:t>
            </a:r>
            <a:r>
              <a:rPr lang="en-US" sz="3200" dirty="0" smtClean="0"/>
              <a:t> </a:t>
            </a:r>
            <a:r>
              <a:rPr lang="en-US" sz="3200" dirty="0" smtClean="0"/>
              <a:t>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1009" y="733245"/>
            <a:ext cx="10803987" cy="5851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dirty="0" smtClean="0"/>
              <a:t> </a:t>
            </a:r>
            <a:r>
              <a:rPr lang="en-US" sz="3200" dirty="0" err="1"/>
              <a:t>mylist</a:t>
            </a:r>
            <a:r>
              <a:rPr lang="en-US" sz="3200" dirty="0"/>
              <a:t> = [1,"haroon",0.4,999999999999,"4ali",6,7,8,9</a:t>
            </a:r>
            <a:r>
              <a:rPr lang="en-US" sz="3200" dirty="0" smtClean="0"/>
              <a:t>]</a:t>
            </a:r>
          </a:p>
          <a:p>
            <a:pPr>
              <a:lnSpc>
                <a:spcPct val="200000"/>
              </a:lnSpc>
            </a:pPr>
            <a:r>
              <a:rPr lang="en-US" sz="3200" dirty="0" smtClean="0"/>
              <a:t> It </a:t>
            </a:r>
            <a:r>
              <a:rPr lang="en-US" sz="3200" dirty="0"/>
              <a:t>is a data-type in python. it can be changed</a:t>
            </a:r>
          </a:p>
          <a:p>
            <a:pPr>
              <a:lnSpc>
                <a:spcPct val="200000"/>
              </a:lnSpc>
            </a:pPr>
            <a:r>
              <a:rPr lang="en-US" sz="3200" dirty="0" smtClean="0"/>
              <a:t> print(type(</a:t>
            </a:r>
            <a:r>
              <a:rPr lang="en-US" sz="3200" dirty="0" err="1" smtClean="0"/>
              <a:t>mylist</a:t>
            </a:r>
            <a:r>
              <a:rPr lang="en-US" sz="3200" dirty="0" smtClean="0"/>
              <a:t>))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 smtClean="0"/>
              <a:t> </a:t>
            </a:r>
            <a:r>
              <a:rPr lang="en-US" sz="3200" dirty="0" err="1"/>
              <a:t>mylist</a:t>
            </a:r>
            <a:r>
              <a:rPr lang="en-US" sz="3200" dirty="0"/>
              <a:t> methods</a:t>
            </a:r>
          </a:p>
          <a:p>
            <a:pPr>
              <a:lnSpc>
                <a:spcPct val="200000"/>
              </a:lnSpc>
            </a:pPr>
            <a:r>
              <a:rPr lang="en-US" sz="3200" dirty="0" smtClean="0"/>
              <a:t> </a:t>
            </a:r>
            <a:r>
              <a:rPr lang="en-US" sz="3200" dirty="0" err="1"/>
              <a:t>mylist.append</a:t>
            </a:r>
            <a:r>
              <a:rPr lang="en-US" sz="3200" dirty="0"/>
              <a:t>(8) </a:t>
            </a:r>
            <a:r>
              <a:rPr lang="en-US" sz="3200" dirty="0" smtClean="0"/>
              <a:t>will add </a:t>
            </a:r>
            <a:r>
              <a:rPr lang="en-US" sz="3200" dirty="0"/>
              <a:t>one element at the end </a:t>
            </a:r>
          </a:p>
          <a:p>
            <a:pPr>
              <a:lnSpc>
                <a:spcPct val="200000"/>
              </a:lnSpc>
            </a:pPr>
            <a:r>
              <a:rPr lang="en-US" sz="3200" dirty="0" smtClean="0"/>
              <a:t> </a:t>
            </a:r>
            <a:r>
              <a:rPr lang="en-US" sz="3200" dirty="0" err="1"/>
              <a:t>mylist.sort</a:t>
            </a:r>
            <a:r>
              <a:rPr lang="en-US" sz="3200" dirty="0" smtClean="0"/>
              <a:t>() will sort </a:t>
            </a:r>
            <a:r>
              <a:rPr lang="en-US" sz="3200" dirty="0"/>
              <a:t>in ascending </a:t>
            </a:r>
            <a:r>
              <a:rPr lang="en-US" sz="3200" dirty="0" smtClean="0"/>
              <a:t>order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384111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22364" y="22068"/>
            <a:ext cx="9861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List</a:t>
            </a:r>
            <a:r>
              <a:rPr lang="en-US" sz="3200" dirty="0" smtClean="0"/>
              <a:t> Functions </a:t>
            </a:r>
            <a:r>
              <a:rPr lang="en-US" sz="3200" dirty="0" err="1" smtClean="0"/>
              <a:t>Contd</a:t>
            </a:r>
            <a:r>
              <a:rPr lang="en-US" sz="3200" dirty="0" smtClean="0"/>
              <a:t>…</a:t>
            </a:r>
            <a:endParaRPr lang="en-US" sz="32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1041010" y="606843"/>
            <a:ext cx="10803987" cy="5809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/>
              <a:t> </a:t>
            </a:r>
            <a:r>
              <a:rPr lang="en-US" sz="3600" dirty="0" err="1"/>
              <a:t>mylist.sort</a:t>
            </a:r>
            <a:r>
              <a:rPr lang="en-US" sz="3600" dirty="0"/>
              <a:t>(reverse=True) will sort in descending order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 </a:t>
            </a:r>
            <a:r>
              <a:rPr lang="en-US" sz="3600" dirty="0" err="1"/>
              <a:t>mylist.reverse</a:t>
            </a:r>
            <a:r>
              <a:rPr lang="en-US" sz="3600" dirty="0"/>
              <a:t>() will reverse </a:t>
            </a:r>
            <a:r>
              <a:rPr lang="en-US" sz="3600" dirty="0" err="1"/>
              <a:t>mylist</a:t>
            </a:r>
            <a:endParaRPr lang="en-US" sz="3600" dirty="0"/>
          </a:p>
          <a:p>
            <a:pPr>
              <a:lnSpc>
                <a:spcPct val="150000"/>
              </a:lnSpc>
            </a:pPr>
            <a:r>
              <a:rPr lang="en-US" sz="3600" dirty="0"/>
              <a:t> </a:t>
            </a:r>
            <a:r>
              <a:rPr lang="en-US" sz="3600" dirty="0" err="1"/>
              <a:t>mylist.insert</a:t>
            </a:r>
            <a:r>
              <a:rPr lang="en-US" sz="3600" dirty="0"/>
              <a:t>(5,99) will insert element at index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 </a:t>
            </a:r>
            <a:r>
              <a:rPr lang="en-US" sz="3600" dirty="0" err="1"/>
              <a:t>mylist.remove</a:t>
            </a:r>
            <a:r>
              <a:rPr lang="en-US" sz="3600" dirty="0"/>
              <a:t>(3) will remove 3rd </a:t>
            </a:r>
            <a:r>
              <a:rPr lang="en-US" sz="3600" dirty="0" smtClean="0"/>
              <a:t>occurrence from our list</a:t>
            </a:r>
            <a:endParaRPr lang="en-US" sz="3600" dirty="0"/>
          </a:p>
          <a:p>
            <a:pPr>
              <a:lnSpc>
                <a:spcPct val="150000"/>
              </a:lnSpc>
            </a:pPr>
            <a:r>
              <a:rPr lang="en-US" sz="3600" dirty="0"/>
              <a:t> </a:t>
            </a:r>
            <a:r>
              <a:rPr lang="en-US" sz="3600" dirty="0" err="1"/>
              <a:t>mylist.pop</a:t>
            </a:r>
            <a:r>
              <a:rPr lang="en-US" sz="3600" dirty="0"/>
              <a:t>(4) will remove the index number 4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670036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1010" y="140677"/>
            <a:ext cx="9861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List</a:t>
            </a:r>
            <a:r>
              <a:rPr lang="en-US" sz="3200" dirty="0" smtClean="0"/>
              <a:t> Slicing</a:t>
            </a:r>
            <a:endParaRPr lang="en-US" sz="32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1041009" y="733245"/>
            <a:ext cx="1080398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 smtClean="0"/>
              <a:t>List Slicing is similar to string slicing.</a:t>
            </a:r>
          </a:p>
          <a:p>
            <a:pPr>
              <a:lnSpc>
                <a:spcPct val="150000"/>
              </a:lnSpc>
            </a:pPr>
            <a:r>
              <a:rPr lang="en-US" sz="3200" dirty="0" err="1"/>
              <a:t>m</a:t>
            </a:r>
            <a:r>
              <a:rPr lang="en-US" sz="3200" dirty="0" err="1" smtClean="0"/>
              <a:t>ylist</a:t>
            </a:r>
            <a:r>
              <a:rPr lang="en-US" sz="3200" dirty="0" smtClean="0"/>
              <a:t>[</a:t>
            </a:r>
            <a:r>
              <a:rPr lang="en-US" sz="3200" dirty="0" err="1" smtClean="0"/>
              <a:t>starting_index</a:t>
            </a:r>
            <a:r>
              <a:rPr lang="en-US" sz="3200" dirty="0" smtClean="0"/>
              <a:t> : </a:t>
            </a:r>
            <a:r>
              <a:rPr lang="en-US" sz="3200" dirty="0" err="1" smtClean="0"/>
              <a:t>ending_index</a:t>
            </a:r>
            <a:r>
              <a:rPr lang="en-US" sz="3200" dirty="0" smtClean="0"/>
              <a:t>] </a:t>
            </a:r>
          </a:p>
          <a:p>
            <a:pPr>
              <a:lnSpc>
                <a:spcPct val="150000"/>
              </a:lnSpc>
            </a:pPr>
            <a:r>
              <a:rPr lang="en-US" sz="3200" dirty="0" smtClean="0"/>
              <a:t>Note that in python, ending index is not included. 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m</a:t>
            </a:r>
            <a:r>
              <a:rPr lang="en-US" sz="3200" dirty="0" smtClean="0"/>
              <a:t>arks = [78,98,45,67,23,81,41]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m</a:t>
            </a:r>
            <a:r>
              <a:rPr lang="en-US" sz="3200" dirty="0" smtClean="0"/>
              <a:t>arks[1:4] = [98,45,67]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marks[ : 4 ] is same as marks[ 0 : 4</a:t>
            </a:r>
            <a:r>
              <a:rPr lang="en-US" sz="3200" dirty="0" smtClean="0"/>
              <a:t>]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marks[ 1 : ] is same as marks[ 1 : </a:t>
            </a:r>
            <a:r>
              <a:rPr lang="en-US" sz="3200" dirty="0" err="1"/>
              <a:t>len</a:t>
            </a:r>
            <a:r>
              <a:rPr lang="en-US" sz="3200" dirty="0"/>
              <a:t>(marks) </a:t>
            </a:r>
            <a:r>
              <a:rPr lang="en-US" sz="3200" dirty="0" smtClean="0"/>
              <a:t>]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marks[ -3 : -1 ] is </a:t>
            </a:r>
            <a:r>
              <a:rPr lang="en-US" sz="3200" dirty="0" smtClean="0"/>
              <a:t>[23</a:t>
            </a:r>
            <a:r>
              <a:rPr lang="en-US" sz="3200" dirty="0"/>
              <a:t>, </a:t>
            </a:r>
            <a:r>
              <a:rPr lang="en-US" sz="3200" dirty="0" smtClean="0"/>
              <a:t>81]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3140026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00332" y="1239682"/>
            <a:ext cx="10803987" cy="6607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800" b="1" dirty="0" smtClean="0"/>
              <a:t>QUESTION 1:</a:t>
            </a:r>
            <a:br>
              <a:rPr lang="en-US" sz="4800" b="1" dirty="0" smtClean="0"/>
            </a:br>
            <a:r>
              <a:rPr lang="en-US" sz="4800" dirty="0" smtClean="0"/>
              <a:t>Write </a:t>
            </a:r>
            <a:r>
              <a:rPr lang="en-US" sz="4800" dirty="0"/>
              <a:t>a Program to ask the user to enter names of their 3 favorite movies &amp; store them in a list</a:t>
            </a:r>
            <a:r>
              <a:rPr lang="en-US" sz="4800" dirty="0" smtClean="0"/>
              <a:t>.</a:t>
            </a:r>
          </a:p>
          <a:p>
            <a:pPr>
              <a:lnSpc>
                <a:spcPct val="150000"/>
              </a:lnSpc>
            </a:pPr>
            <a:endParaRPr lang="en-US" sz="4800" dirty="0"/>
          </a:p>
          <a:p>
            <a:pPr>
              <a:lnSpc>
                <a:spcPct val="150000"/>
              </a:lnSpc>
            </a:pP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6378019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1354" y="1969477"/>
            <a:ext cx="11310424" cy="2215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3800" dirty="0" smtClean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THE END</a:t>
            </a:r>
            <a:endParaRPr lang="en-US" sz="13800" dirty="0"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87280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437</TotalTime>
  <Words>218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Bookman Old Style</vt:lpstr>
      <vt:lpstr>Rockwell</vt:lpstr>
      <vt:lpstr>Damask</vt:lpstr>
      <vt:lpstr>PYTHON WITH AI</vt:lpstr>
      <vt:lpstr>LECTURE 9</vt:lpstr>
      <vt:lpstr>What is a list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AI</dc:title>
  <dc:creator>Haroon Ali</dc:creator>
  <cp:lastModifiedBy>Haroon Ali</cp:lastModifiedBy>
  <cp:revision>47</cp:revision>
  <dcterms:created xsi:type="dcterms:W3CDTF">2026-05-24T19:41:59Z</dcterms:created>
  <dcterms:modified xsi:type="dcterms:W3CDTF">2026-06-03T11:41:25Z</dcterms:modified>
</cp:coreProperties>
</file>