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77" r:id="rId6"/>
    <p:sldId id="278" r:id="rId7"/>
    <p:sldId id="279" r:id="rId8"/>
    <p:sldId id="280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19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File I/O Part-1</a:t>
            </a:r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What is File I/O?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 smtClean="0">
                <a:effectLst/>
              </a:rPr>
              <a:t>File I/O lets a program save data permanently to a file on disk, instead of losing it when the program ends (like lists and dictionaries do). For example,</a:t>
            </a:r>
          </a:p>
          <a:p>
            <a:pPr algn="l">
              <a:lnSpc>
                <a:spcPct val="150000"/>
              </a:lnSpc>
            </a:pPr>
            <a:r>
              <a:rPr lang="en-US" sz="3600" dirty="0" smtClean="0">
                <a:effectLst/>
              </a:rPr>
              <a:t>open(</a:t>
            </a:r>
            <a:r>
              <a:rPr lang="en-US" sz="3600" dirty="0" smtClean="0">
                <a:effectLst/>
                <a:latin typeface="Courier New"/>
                <a:cs typeface="Courier New"/>
              </a:rPr>
              <a:t>filename, mode</a:t>
            </a:r>
            <a:r>
              <a:rPr lang="en-US" sz="3600" dirty="0" smtClean="0">
                <a:effectLst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sz="3600" dirty="0" smtClean="0">
                <a:effectLst/>
              </a:rPr>
              <a:t>f = open(“data.txt”, “r”)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3583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File Modes</a:t>
            </a:r>
            <a:endParaRPr lang="en-US" sz="5400" b="0" cap="none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75" y="1327164"/>
            <a:ext cx="11670847" cy="497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72" y="420647"/>
            <a:ext cx="10231971" cy="921507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effectLst/>
              </a:rPr>
              <a:t>Opening &amp; Reading a File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0277" y="1641957"/>
            <a:ext cx="9542424" cy="453399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 smtClean="0">
                <a:effectLst/>
              </a:rPr>
              <a:t>f = open(“data.txt”, “r”)</a:t>
            </a:r>
          </a:p>
          <a:p>
            <a:pPr algn="l">
              <a:lnSpc>
                <a:spcPct val="150000"/>
              </a:lnSpc>
            </a:pPr>
            <a:r>
              <a:rPr lang="en-US" sz="4400" dirty="0" smtClean="0">
                <a:effectLst/>
              </a:rPr>
              <a:t>content = f.read()</a:t>
            </a:r>
          </a:p>
          <a:p>
            <a:pPr algn="l">
              <a:lnSpc>
                <a:spcPct val="150000"/>
              </a:lnSpc>
            </a:pPr>
            <a:r>
              <a:rPr lang="en-US" sz="4400" dirty="0" err="1" smtClean="0">
                <a:effectLst/>
              </a:rPr>
              <a:t>f.readline</a:t>
            </a:r>
            <a:r>
              <a:rPr lang="en-US" sz="4400" dirty="0" smtClean="0">
                <a:effectLst/>
              </a:rPr>
              <a:t> </a:t>
            </a:r>
            <a:endParaRPr lang="en-US" sz="4400" dirty="0" smtClean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4400" dirty="0" err="1" smtClean="0">
                <a:effectLst/>
              </a:rPr>
              <a:t>f.close</a:t>
            </a:r>
            <a:r>
              <a:rPr lang="en-US" sz="4400" dirty="0" smtClean="0">
                <a:effectLst/>
              </a:rPr>
              <a:t>()</a:t>
            </a:r>
            <a:endParaRPr lang="en-US" sz="44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60686"/>
            <a:ext cx="12192000" cy="921507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effectLst/>
              </a:rPr>
              <a:t>read(), readline(), readlines()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522036"/>
            <a:ext cx="9542424" cy="514858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read()</a:t>
            </a:r>
            <a:r>
              <a:rPr lang="en-US" sz="3200" dirty="0" smtClean="0">
                <a:effectLst/>
              </a:rPr>
              <a:t> reads the whole file as one single string.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readline()</a:t>
            </a:r>
            <a:r>
              <a:rPr lang="en-US" sz="3200" dirty="0" smtClean="0">
                <a:effectLst/>
              </a:rPr>
              <a:t> reads only one line at a time.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readlines()</a:t>
            </a:r>
            <a:r>
              <a:rPr lang="en-US" sz="3200" dirty="0" smtClean="0">
                <a:effectLst/>
              </a:rPr>
              <a:t> reads all lines and returns them as a list.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f = open(“data.txt”, “r”)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print(f.readlines())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901" y="344773"/>
            <a:ext cx="11707317" cy="952409"/>
          </a:xfrm>
        </p:spPr>
        <p:txBody>
          <a:bodyPr>
            <a:noAutofit/>
          </a:bodyPr>
          <a:lstStyle/>
          <a:p>
            <a:r>
              <a:rPr lang="en-US" dirty="0" smtClean="0">
                <a:effectLst/>
              </a:rPr>
              <a:t>Writing </a:t>
            </a:r>
            <a:r>
              <a:rPr lang="en-US" dirty="0" smtClean="0">
                <a:effectLst/>
              </a:rPr>
              <a:t>AND DELETING to </a:t>
            </a:r>
            <a:r>
              <a:rPr lang="en-US" dirty="0" smtClean="0">
                <a:effectLst/>
              </a:rPr>
              <a:t>a File</a:t>
            </a:r>
            <a:endParaRPr lang="en-US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0278" y="1297182"/>
            <a:ext cx="9542424" cy="538843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f = open(“notes.txt”, “w”)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f.write(“AI is the future\n”)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f.write(“Python makes it easy\n”)</a:t>
            </a:r>
          </a:p>
          <a:p>
            <a:pPr algn="l">
              <a:lnSpc>
                <a:spcPct val="150000"/>
              </a:lnSpc>
            </a:pPr>
            <a:r>
              <a:rPr lang="en-US" sz="3200" dirty="0" err="1" smtClean="0">
                <a:effectLst/>
              </a:rPr>
              <a:t>f.close</a:t>
            </a:r>
            <a:r>
              <a:rPr lang="en-US" sz="3200" dirty="0" smtClean="0">
                <a:effectLst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Import </a:t>
            </a:r>
            <a:r>
              <a:rPr lang="en-US" sz="3200" dirty="0" err="1" smtClean="0">
                <a:effectLst/>
              </a:rPr>
              <a:t>os</a:t>
            </a:r>
            <a:endParaRPr lang="en-US" sz="3200" dirty="0" smtClean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3200" dirty="0" err="1">
                <a:effectLst/>
              </a:rPr>
              <a:t>o</a:t>
            </a:r>
            <a:r>
              <a:rPr lang="en-US" sz="3200" dirty="0" err="1" smtClean="0">
                <a:effectLst/>
              </a:rPr>
              <a:t>s.remove</a:t>
            </a:r>
            <a:r>
              <a:rPr lang="en-US" sz="3200" dirty="0" smtClean="0">
                <a:effectLst/>
              </a:rPr>
              <a:t>(filename)</a:t>
            </a:r>
            <a:endParaRPr lang="en-US" sz="32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File I/O Usage in AI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537026"/>
            <a:ext cx="9542424" cy="435410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Datasets for AI models</a:t>
            </a:r>
            <a:r>
              <a:rPr lang="en-US" sz="2800" dirty="0" smtClean="0">
                <a:effectLst/>
              </a:rPr>
              <a:t> are stored in files such as .csv, .json, and .txt, and loaded using File I/O before training.</a:t>
            </a:r>
          </a:p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Trained model weights</a:t>
            </a:r>
            <a:r>
              <a:rPr lang="en-US" sz="2800" dirty="0" smtClean="0">
                <a:effectLst/>
              </a:rPr>
              <a:t> are saved to files, so a model does not need to be retrained every time it is used.</a:t>
            </a:r>
          </a:p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Training logs</a:t>
            </a:r>
            <a:r>
              <a:rPr lang="en-US" sz="2800" dirty="0" smtClean="0">
                <a:effectLst/>
              </a:rPr>
              <a:t> are written to files so progress can be reviewed later, even after the program closes.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Exercise Questions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552016"/>
            <a:ext cx="9542424" cy="5103617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2800" b="1" dirty="0" smtClean="0">
                <a:effectLst/>
              </a:rPr>
              <a:t>QUESTION 1: </a:t>
            </a:r>
            <a:r>
              <a:rPr lang="en-US" sz="2800" dirty="0" smtClean="0">
                <a:effectLst/>
              </a:rPr>
              <a:t>Ask the user for their name and a message, then save it inside a file called diary.txt</a:t>
            </a:r>
          </a:p>
          <a:p>
            <a:pPr algn="l">
              <a:lnSpc>
                <a:spcPct val="200000"/>
              </a:lnSpc>
            </a:pPr>
            <a:endParaRPr lang="en-US" sz="2800" b="1" dirty="0" smtClean="0">
              <a:effectLst/>
            </a:endParaRPr>
          </a:p>
          <a:p>
            <a:pPr algn="l">
              <a:lnSpc>
                <a:spcPct val="200000"/>
              </a:lnSpc>
            </a:pPr>
            <a:r>
              <a:rPr lang="en-US" sz="2800" b="1" dirty="0" smtClean="0">
                <a:effectLst/>
              </a:rPr>
              <a:t>QUESTION </a:t>
            </a:r>
            <a:r>
              <a:rPr lang="en-US" sz="2800" b="1" dirty="0" smtClean="0">
                <a:effectLst/>
              </a:rPr>
              <a:t>2: </a:t>
            </a:r>
            <a:r>
              <a:rPr lang="en-US" sz="2800" dirty="0" smtClean="0">
                <a:effectLst/>
              </a:rPr>
              <a:t>Open diary.txt and print </a:t>
            </a:r>
            <a:r>
              <a:rPr lang="en-US" sz="2800" dirty="0" smtClean="0">
                <a:effectLst/>
              </a:rPr>
              <a:t>its </a:t>
            </a:r>
            <a:r>
              <a:rPr lang="en-US" sz="2800" dirty="0" smtClean="0">
                <a:effectLst/>
              </a:rPr>
              <a:t>full contents on the </a:t>
            </a:r>
            <a:r>
              <a:rPr lang="en-US" sz="2800" dirty="0" smtClean="0">
                <a:effectLst/>
              </a:rPr>
              <a:t>screen</a:t>
            </a:r>
            <a:endParaRPr lang="en-US" sz="28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1399</TotalTime>
  <Words>281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Courier New</vt:lpstr>
      <vt:lpstr>Rockwell</vt:lpstr>
      <vt:lpstr>Damask</vt:lpstr>
      <vt:lpstr>PYTHON WITH AI</vt:lpstr>
      <vt:lpstr>LECTURE 19</vt:lpstr>
      <vt:lpstr>What is File I/O?</vt:lpstr>
      <vt:lpstr>File Modes</vt:lpstr>
      <vt:lpstr>Opening &amp; Reading a File</vt:lpstr>
      <vt:lpstr>read(), readline(), readlines()</vt:lpstr>
      <vt:lpstr>Writing AND DELETING to a File</vt:lpstr>
      <vt:lpstr>File I/O Usage in AI</vt:lpstr>
      <vt:lpstr>Exercise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172</cp:revision>
  <dcterms:created xsi:type="dcterms:W3CDTF">2026-05-24T19:41:59Z</dcterms:created>
  <dcterms:modified xsi:type="dcterms:W3CDTF">2026-06-23T12:44:03Z</dcterms:modified>
</cp:coreProperties>
</file>