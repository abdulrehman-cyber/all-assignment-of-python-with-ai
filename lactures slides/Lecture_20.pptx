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92" autoAdjust="0"/>
  </p:normalViewPr>
  <p:slideViewPr>
    <p:cSldViewPr snapToGrid="0">
      <p:cViewPr varScale="1">
        <p:scale>
          <a:sx n="75" d="100"/>
          <a:sy n="75" d="100"/>
        </p:scale>
        <p:origin x="2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PYTHON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LECTURE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File I/O Part-2</a:t>
            </a:r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485604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effectLst/>
              </a:rPr>
              <a:t>The “with” Statement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9268" y="2703760"/>
            <a:ext cx="9542424" cy="415424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with open(“data.txt”, “r”) as f: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    content = f.read()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    print(content)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The file </a:t>
            </a:r>
            <a:r>
              <a:rPr lang="en-US" b="1" dirty="0">
                <a:effectLst/>
              </a:rPr>
              <a:t>closes automatically</a:t>
            </a:r>
            <a:r>
              <a:rPr lang="en-US" dirty="0">
                <a:effectLst/>
              </a:rPr>
              <a:t> once the with block ends — you don’t need to call f.close() yourself.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0444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>
                <a:effectLst/>
              </a:rPr>
              <a:t>Append Mode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2475160"/>
            <a:ext cx="9542424" cy="343034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effectLst/>
              </a:rPr>
              <a:t>“a”</a:t>
            </a:r>
            <a:r>
              <a:rPr lang="en-US" dirty="0">
                <a:effectLst/>
              </a:rPr>
              <a:t> mode adds new content to the end of a file, without deleting what is already there.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with open(“log.txt”, “a”) as f: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    f.write(“New entry added\n”)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568" y="930104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effectLst/>
              </a:rPr>
              <a:t>Checking if a File Exists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9087" y="1851611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Sometimes a program needs to check whether a file exists before trying to open it. The </a:t>
            </a:r>
            <a:r>
              <a:rPr lang="en-US" b="1" dirty="0">
                <a:effectLst/>
              </a:rPr>
              <a:t>os</a:t>
            </a:r>
            <a:r>
              <a:rPr lang="en-US" dirty="0">
                <a:effectLst/>
              </a:rPr>
              <a:t> module helps with this.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import os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if os.path.exists(“data.txt”):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    print(“File found!”)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else: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    print(“File not found”)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70" y="866604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effectLst/>
              </a:rPr>
              <a:t>File I/O Usage in AI: Logging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6877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effectLst/>
              </a:rPr>
              <a:t>Training logs</a:t>
            </a:r>
            <a:r>
              <a:rPr lang="en-US" dirty="0">
                <a:effectLst/>
              </a:rPr>
              <a:t> — AI training scripts use append mode to add a new line after every epoch, building a complete history without erasing earlier progress.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effectLst/>
              </a:rPr>
              <a:t>Large datasets</a:t>
            </a:r>
            <a:r>
              <a:rPr lang="en-US" dirty="0">
                <a:effectLst/>
              </a:rPr>
              <a:t> — huge AI datasets are often processed line-by-line using readline(), instead of loading everything into memory at once.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with open(“training_log.txt”, “a”) as f: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    f.write(“Epoch 1: Training complete\n”)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70" y="1027360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effectLst/>
              </a:rPr>
              <a:t>Exercise Questions 1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948867"/>
            <a:ext cx="9542424" cy="439554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effectLst/>
              </a:rPr>
              <a:t>QUESTION 1: </a:t>
            </a:r>
            <a:r>
              <a:rPr lang="en-US" dirty="0">
                <a:effectLst/>
              </a:rPr>
              <a:t>Ask the user for marks in 5 subjects using a while loop, and save each mark on a new line inside a file called marks.txt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3068" y="990600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effectLst/>
              </a:rPr>
              <a:t>Exercise Questions 2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2259260"/>
            <a:ext cx="9542424" cy="360814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effectLst/>
              </a:rPr>
              <a:t>QUESTION 2 (AI THEMED): </a:t>
            </a:r>
            <a:r>
              <a:rPr lang="en-US" dirty="0">
                <a:effectLst/>
              </a:rPr>
              <a:t>AI models train over many epochs. Using a while loop, write a line such as “Epoch 1: Training...” for 5 epochs into training_log.txt using append mode. Then open and display the full file.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1382</TotalTime>
  <Words>341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PYTHON WITH AI</vt:lpstr>
      <vt:lpstr>LECTURE 18</vt:lpstr>
      <vt:lpstr>The “with” Statement</vt:lpstr>
      <vt:lpstr>Append Mode</vt:lpstr>
      <vt:lpstr>Checking if a File Exists</vt:lpstr>
      <vt:lpstr>File I/O Usage in AI: Logging</vt:lpstr>
      <vt:lpstr>Exercise Questions 1</vt:lpstr>
      <vt:lpstr>Exercise Questions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Brains College</cp:lastModifiedBy>
  <cp:revision>159</cp:revision>
  <dcterms:created xsi:type="dcterms:W3CDTF">2026-05-24T19:41:59Z</dcterms:created>
  <dcterms:modified xsi:type="dcterms:W3CDTF">2026-06-29T15:12:40Z</dcterms:modified>
</cp:coreProperties>
</file>