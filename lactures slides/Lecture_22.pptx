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22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Object Oriented Programming Part-1</a:t>
            </a:r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dirty="0" smtClean="0">
                <a:effectLst/>
              </a:rPr>
              <a:t>What is OOP?</a:t>
            </a:r>
            <a:endParaRPr lang="en-US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Object Oriented Programming (OOP) is a style of programming based on </a:t>
            </a:r>
            <a:r>
              <a:rPr lang="en-US" sz="3200" b="1" dirty="0" smtClean="0">
                <a:effectLst/>
              </a:rPr>
              <a:t>objects</a:t>
            </a:r>
            <a:r>
              <a:rPr lang="en-US" sz="3200" dirty="0" smtClean="0">
                <a:effectLst/>
              </a:rPr>
              <a:t> — real-world things that have properties (data) and behaviors (functions).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In AI, a model itself is often built as an object — for example, a Chatbot object that stores its own memory and has a behavior to reply.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Class &amp; Object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class</a:t>
            </a:r>
            <a:r>
              <a:rPr lang="en-US" sz="3200" dirty="0" smtClean="0">
                <a:effectLst/>
              </a:rPr>
              <a:t> is a blueprint. </a:t>
            </a:r>
            <a:r>
              <a:rPr lang="en-US" sz="3200" b="1" dirty="0" smtClean="0">
                <a:effectLst/>
              </a:rPr>
              <a:t>object</a:t>
            </a:r>
            <a:r>
              <a:rPr lang="en-US" sz="3200" dirty="0" smtClean="0">
                <a:effectLst/>
              </a:rPr>
              <a:t> is a real thing created from that blueprint.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class Student: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    pass</a:t>
            </a:r>
          </a:p>
          <a:p>
            <a:pPr algn="l">
              <a:lnSpc>
                <a:spcPct val="150000"/>
              </a:lnSpc>
            </a:pPr>
            <a:endParaRPr lang="en-US" sz="3200" dirty="0" smtClean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s1 = Student()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The __init__ Method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__init__</a:t>
            </a:r>
            <a:r>
              <a:rPr lang="en-US" sz="3200" dirty="0" smtClean="0">
                <a:effectLst/>
              </a:rPr>
              <a:t> is a special function that runs automatically when an object is created. It is used to set the object’s starting values.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class Student: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    def __init__(self, name, marks):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        self.name = name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        self.marks = marks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Attributes &amp; self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self</a:t>
            </a:r>
            <a:r>
              <a:rPr lang="en-US" sz="3200" dirty="0" smtClean="0">
                <a:effectLst/>
              </a:rPr>
              <a:t> refers to the current object. Attributes are pieces of data stored inside an object using self.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s1 = Student(“Ali”, 85)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print(s1.name)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print(s1.marks)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# Output: Ali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#         85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OOP Usage in AI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027360"/>
            <a:ext cx="12192000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Real AI systems are built as classes</a:t>
            </a:r>
            <a:r>
              <a:rPr lang="en-US" sz="2800" dirty="0" smtClean="0">
                <a:effectLst/>
              </a:rPr>
              <a:t> — for example class Chatbot or class NeuralNetwork.</a:t>
            </a:r>
          </a:p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Each object can hold its own data</a:t>
            </a:r>
            <a:r>
              <a:rPr lang="en-US" sz="2800" dirty="0" smtClean="0">
                <a:effectLst/>
              </a:rPr>
              <a:t> — one chatbot object can exist per user, each remembering its own conversation.</a:t>
            </a:r>
          </a:p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class AIAssistant:</a:t>
            </a:r>
          </a:p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    def __init__(self, name):</a:t>
            </a:r>
          </a:p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        self.name = name</a:t>
            </a:r>
          </a:p>
          <a:p>
            <a:pPr algn="l">
              <a:lnSpc>
                <a:spcPct val="150000"/>
              </a:lnSpc>
            </a:pPr>
            <a:r>
              <a:rPr lang="en-US" sz="2800" dirty="0" smtClean="0">
                <a:effectLst/>
              </a:rPr>
              <a:t>        self.greeting = “Hello, I am ” + name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effectLst/>
              </a:rPr>
              <a:t>Exercise Questions 1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332427"/>
            <a:ext cx="9542424" cy="1970673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QUESTION 1: </a:t>
            </a:r>
            <a:r>
              <a:rPr lang="en-US" sz="2800" dirty="0" smtClean="0">
                <a:effectLst/>
              </a:rPr>
              <a:t>Create a class Car with __init__ that sets a brand and a price. Create 2 Car objects with different values and print their details.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95268" y="3533216"/>
            <a:ext cx="9542424" cy="283760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800" b="1" dirty="0">
                <a:effectLst/>
              </a:rPr>
              <a:t>QUESTION 2 (AI THEMED): </a:t>
            </a:r>
            <a:r>
              <a:rPr lang="en-US" sz="2800" dirty="0">
                <a:effectLst/>
              </a:rPr>
              <a:t>Create a class </a:t>
            </a:r>
            <a:r>
              <a:rPr lang="en-US" sz="2800" dirty="0" err="1">
                <a:effectLst/>
              </a:rPr>
              <a:t>AIModel</a:t>
            </a:r>
            <a:r>
              <a:rPr lang="en-US" sz="2800" dirty="0">
                <a:effectLst/>
              </a:rPr>
              <a:t> with __</a:t>
            </a:r>
            <a:r>
              <a:rPr lang="en-US" sz="2800" dirty="0" err="1">
                <a:effectLst/>
              </a:rPr>
              <a:t>init</a:t>
            </a:r>
            <a:r>
              <a:rPr lang="en-US" sz="2800" dirty="0">
                <a:effectLst/>
              </a:rPr>
              <a:t>__ that sets </a:t>
            </a:r>
            <a:r>
              <a:rPr lang="en-US" sz="2800" dirty="0" err="1">
                <a:effectLst/>
              </a:rPr>
              <a:t>model_name</a:t>
            </a:r>
            <a:r>
              <a:rPr lang="en-US" sz="2800" dirty="0">
                <a:effectLst/>
              </a:rPr>
              <a:t> and accuracy. Create one object and print: “Model X is running with Y% accuracy”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1388</TotalTime>
  <Words>335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PYTHON WITH AI</vt:lpstr>
      <vt:lpstr>LECTURE 22</vt:lpstr>
      <vt:lpstr>What is OOP?</vt:lpstr>
      <vt:lpstr>Class &amp; Object</vt:lpstr>
      <vt:lpstr>The __init__ Method</vt:lpstr>
      <vt:lpstr>Attributes &amp; self</vt:lpstr>
      <vt:lpstr>OOP Usage in AI</vt:lpstr>
      <vt:lpstr>Exercise Questions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160</cp:revision>
  <dcterms:created xsi:type="dcterms:W3CDTF">2026-05-24T19:41:59Z</dcterms:created>
  <dcterms:modified xsi:type="dcterms:W3CDTF">2026-07-01T12:33:23Z</dcterms:modified>
</cp:coreProperties>
</file>