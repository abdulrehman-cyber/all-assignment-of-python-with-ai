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23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Object Oriented Programming Part-2</a:t>
            </a:r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Methods in a Class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A method is a function defined inside a class. It can use </a:t>
            </a:r>
            <a:r>
              <a:rPr lang="en-US" b="1" dirty="0" smtClean="0">
                <a:effectLst/>
              </a:rPr>
              <a:t>self</a:t>
            </a:r>
            <a:r>
              <a:rPr lang="en-US" dirty="0" smtClean="0">
                <a:effectLst/>
              </a:rPr>
              <a:t> to access the object’s own data.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class Student: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    def __init__(self, name, marks):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        self.name = name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        self.marks = marks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    def display_info(self):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        print(self.name, self.marks)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dirty="0" smtClean="0">
                <a:effectLst/>
              </a:rPr>
              <a:t>Calling Methods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027360"/>
            <a:ext cx="9542424" cy="571821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s1 = Student(“Ali”, 85)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s1.display_info()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# Output: Ali 85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A method is called using </a:t>
            </a:r>
            <a:r>
              <a:rPr lang="en-US" b="1" dirty="0" smtClean="0">
                <a:effectLst/>
              </a:rPr>
              <a:t>object.method()</a:t>
            </a:r>
            <a:r>
              <a:rPr lang="en-US" dirty="0" smtClean="0">
                <a:effectLst/>
              </a:rPr>
              <a:t>, just like an attribute is accessed using object.attribute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95794"/>
            <a:ext cx="9001462" cy="921507"/>
          </a:xfrm>
        </p:spPr>
        <p:txBody>
          <a:bodyPr>
            <a:noAutofit/>
          </a:bodyPr>
          <a:lstStyle/>
          <a:p>
            <a:r>
              <a:rPr lang="en-US" sz="3600" dirty="0" smtClean="0">
                <a:effectLst/>
              </a:rPr>
              <a:t>Multiple Objects, Same Class</a:t>
            </a:r>
            <a:endParaRPr lang="en-US" sz="36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4787" y="1447085"/>
            <a:ext cx="9542424" cy="466890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One class can create many independent objects, each holding its own separate data.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model1 = AIModel(“Vision-AI”, 92)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model2 = AIModel(“Chat-AI”, 78)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print(model1.accuracy)   # 92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print(model2.accuracy)   # 78</a:t>
            </a: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4145" y="105853"/>
            <a:ext cx="9502448" cy="921507"/>
          </a:xfrm>
        </p:spPr>
        <p:txBody>
          <a:bodyPr>
            <a:noAutofit/>
          </a:bodyPr>
          <a:lstStyle/>
          <a:p>
            <a:r>
              <a:rPr lang="en-US" sz="4000" dirty="0" smtClean="0">
                <a:effectLst/>
              </a:rPr>
              <a:t>OOP Usage in AI: Real Systems</a:t>
            </a:r>
            <a:endParaRPr lang="en-US" sz="40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891" y="1027360"/>
            <a:ext cx="11782269" cy="5463381"/>
          </a:xfrm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</a:pPr>
            <a:r>
              <a:rPr lang="en-US" sz="2000" b="1" dirty="0" smtClean="0">
                <a:effectLst/>
              </a:rPr>
              <a:t>Multiple users</a:t>
            </a:r>
            <a:r>
              <a:rPr lang="en-US" sz="2000" dirty="0" smtClean="0">
                <a:effectLst/>
              </a:rPr>
              <a:t> — each chatbot user becomes a separate object of the same Chatbot class.</a:t>
            </a:r>
          </a:p>
          <a:p>
            <a:pPr algn="l">
              <a:lnSpc>
                <a:spcPct val="115000"/>
              </a:lnSpc>
            </a:pPr>
            <a:r>
              <a:rPr lang="en-US" sz="2000" b="1" dirty="0" smtClean="0">
                <a:effectLst/>
              </a:rPr>
              <a:t>Custom methods</a:t>
            </a:r>
            <a:r>
              <a:rPr lang="en-US" sz="2000" dirty="0" smtClean="0">
                <a:effectLst/>
              </a:rPr>
              <a:t> — each AI model object can have its own method, such as predict() or train().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class AIModel: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    def __init__(self, name, accuracy):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        self.name = name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        self.accuracy = accuracy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    def check_status(self):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        if self.accuracy &gt;= 90: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            print(“Ready”)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        else:</a:t>
            </a:r>
          </a:p>
          <a:p>
            <a:pPr algn="l">
              <a:lnSpc>
                <a:spcPct val="115000"/>
              </a:lnSpc>
            </a:pPr>
            <a:r>
              <a:rPr lang="en-US" sz="2000" dirty="0" smtClean="0">
                <a:effectLst/>
              </a:rPr>
              <a:t>            print(“Needs more training”)</a:t>
            </a:r>
          </a:p>
        </p:txBody>
      </p:sp>
    </p:spTree>
    <p:extLst>
      <p:ext uri="{BB962C8B-B14F-4D97-AF65-F5344CB8AC3E}">
        <p14:creationId xmlns:p14="http://schemas.microsoft.com/office/powerpoint/2010/main" val="10000000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180804"/>
            <a:ext cx="9001462" cy="921507"/>
          </a:xfrm>
        </p:spPr>
        <p:txBody>
          <a:bodyPr>
            <a:normAutofit/>
          </a:bodyPr>
          <a:lstStyle/>
          <a:p>
            <a:r>
              <a:rPr lang="en-US" sz="4400" dirty="0" smtClean="0">
                <a:effectLst/>
              </a:rPr>
              <a:t>Combining Concepts</a:t>
            </a:r>
            <a:endParaRPr lang="en-US" sz="4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0337" y="1372134"/>
            <a:ext cx="9542424" cy="522353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class</a:t>
            </a:r>
            <a:r>
              <a:rPr lang="en-US" sz="3200" dirty="0" smtClean="0">
                <a:effectLst/>
              </a:rPr>
              <a:t> = blueprint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object</a:t>
            </a:r>
            <a:r>
              <a:rPr lang="en-US" sz="3200" dirty="0" smtClean="0">
                <a:effectLst/>
              </a:rPr>
              <a:t> = a real thing created from the blueprint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self</a:t>
            </a:r>
            <a:r>
              <a:rPr lang="en-US" sz="3200" dirty="0" smtClean="0">
                <a:effectLst/>
              </a:rPr>
              <a:t> = refers to the current object</a:t>
            </a:r>
          </a:p>
          <a:p>
            <a:pPr algn="l">
              <a:lnSpc>
                <a:spcPct val="150000"/>
              </a:lnSpc>
            </a:pPr>
            <a:r>
              <a:rPr lang="en-US" sz="3200" b="1" dirty="0" smtClean="0">
                <a:effectLst/>
              </a:rPr>
              <a:t>method</a:t>
            </a:r>
            <a:r>
              <a:rPr lang="en-US" sz="3200" dirty="0" smtClean="0">
                <a:effectLst/>
              </a:rPr>
              <a:t> = a function that belongs to a class</a:t>
            </a:r>
          </a:p>
          <a:p>
            <a:pPr algn="l">
              <a:lnSpc>
                <a:spcPct val="150000"/>
              </a:lnSpc>
            </a:pPr>
            <a:r>
              <a:rPr lang="en-US" sz="3200" dirty="0" smtClean="0">
                <a:effectLst/>
              </a:rPr>
              <a:t>Together, these four ideas are the foundation for building real, structured AI projects.</a:t>
            </a:r>
            <a:endParaRPr lang="en-US" sz="32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345695"/>
            <a:ext cx="9001462" cy="921507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effectLst/>
              </a:rPr>
              <a:t>Exercise Questions 1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1267202"/>
            <a:ext cx="9542424" cy="547837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 smtClean="0">
                <a:effectLst/>
              </a:rPr>
              <a:t>QUESTION 1: </a:t>
            </a:r>
            <a:r>
              <a:rPr lang="en-US" sz="2800" dirty="0" smtClean="0">
                <a:effectLst/>
              </a:rPr>
              <a:t>Create a class Employee with __init__(name, salary) and a method show_details() that prints the employee’s information. Create 2 Employee objects</a:t>
            </a:r>
            <a:r>
              <a:rPr lang="en-US" sz="2800" dirty="0" smtClean="0">
                <a:effectLst/>
              </a:rPr>
              <a:t>.</a:t>
            </a:r>
            <a:endParaRPr lang="en-US" dirty="0" smtClean="0"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2800" b="1" dirty="0">
                <a:effectLst/>
              </a:rPr>
              <a:t>QUESTION 2 (AI THEMED): </a:t>
            </a:r>
            <a:r>
              <a:rPr lang="en-US" sz="2800" dirty="0">
                <a:effectLst/>
              </a:rPr>
              <a:t>Create a class </a:t>
            </a:r>
            <a:r>
              <a:rPr lang="en-US" sz="2800" dirty="0" err="1">
                <a:effectLst/>
              </a:rPr>
              <a:t>SmartBot</a:t>
            </a:r>
            <a:r>
              <a:rPr lang="en-US" sz="2800" dirty="0">
                <a:effectLst/>
              </a:rPr>
              <a:t> with __</a:t>
            </a:r>
            <a:r>
              <a:rPr lang="en-US" sz="2800" dirty="0" err="1">
                <a:effectLst/>
              </a:rPr>
              <a:t>init</a:t>
            </a:r>
            <a:r>
              <a:rPr lang="en-US" sz="2800" dirty="0">
                <a:effectLst/>
              </a:rPr>
              <a:t>__(name, mood) and a method speak() that prints a greeting using the bot’s name and mood. Create 2 </a:t>
            </a:r>
            <a:r>
              <a:rPr lang="en-US" sz="2800" dirty="0" err="1">
                <a:effectLst/>
              </a:rPr>
              <a:t>SmartBot</a:t>
            </a:r>
            <a:r>
              <a:rPr lang="en-US" sz="2800" dirty="0">
                <a:effectLst/>
              </a:rPr>
              <a:t> objects with different moods</a:t>
            </a:r>
            <a:r>
              <a:rPr lang="en-US" sz="2800" dirty="0" smtClean="0">
                <a:effectLst/>
              </a:rPr>
              <a:t>.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000000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2093</TotalTime>
  <Words>357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PYTHON WITH AI</vt:lpstr>
      <vt:lpstr>LECTURE 23</vt:lpstr>
      <vt:lpstr>Methods in a Class</vt:lpstr>
      <vt:lpstr>Calling Methods</vt:lpstr>
      <vt:lpstr>Multiple Objects, Same Class</vt:lpstr>
      <vt:lpstr>OOP Usage in AI: Real Systems</vt:lpstr>
      <vt:lpstr>Combining Concepts</vt:lpstr>
      <vt:lpstr>Exercise Questions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163</cp:revision>
  <dcterms:created xsi:type="dcterms:W3CDTF">2026-05-24T19:41:59Z</dcterms:created>
  <dcterms:modified xsi:type="dcterms:W3CDTF">2026-07-02T15:08:31Z</dcterms:modified>
</cp:coreProperties>
</file>