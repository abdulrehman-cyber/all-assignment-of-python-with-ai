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88192" autoAdjust="0"/>
  </p:normalViewPr>
  <p:slideViewPr>
    <p:cSldViewPr snapToGrid="0">
      <p:cViewPr>
        <p:scale>
          <a:sx n="66" d="100"/>
          <a:sy n="66" d="100"/>
        </p:scale>
        <p:origin x="834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</a:t>
            </a:r>
            <a:r>
              <a:rPr lang="en-US" sz="6600" dirty="0" smtClean="0"/>
              <a:t>24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82" y="3602038"/>
            <a:ext cx="11827239" cy="16557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Method Overriding, Method Overloading &amp; </a:t>
            </a:r>
            <a:r>
              <a:rPr lang="en-US" sz="4000" dirty="0" err="1" smtClean="0"/>
              <a:t>Dunder</a:t>
            </a:r>
            <a:r>
              <a:rPr lang="en-US" sz="4000" dirty="0" smtClean="0"/>
              <a:t> Methods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203" y="164892"/>
            <a:ext cx="5576946" cy="949377"/>
          </a:xfrm>
        </p:spPr>
        <p:txBody>
          <a:bodyPr/>
          <a:lstStyle/>
          <a:p>
            <a:r>
              <a:rPr lang="en-US" dirty="0" smtClean="0"/>
              <a:t>METHOD OVERRIDING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44" y="1114268"/>
            <a:ext cx="3808107" cy="55413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The process of declaring two methods with same name from parent class to child class and calling its object is known as method overriding in OOP.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646" y="1114268"/>
            <a:ext cx="7767819" cy="53914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92221" y="5960660"/>
            <a:ext cx="1961866" cy="249072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3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203" y="164892"/>
            <a:ext cx="5576946" cy="9493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066" y="1114269"/>
            <a:ext cx="3808107" cy="55413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The process of using one function with multiple number of parameters instead of defining multiple functions for different </a:t>
            </a:r>
            <a:r>
              <a:rPr lang="en-US" sz="3200" dirty="0" err="1" smtClean="0"/>
              <a:t>paramater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266" y="1114269"/>
            <a:ext cx="7807020" cy="53300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5400000">
            <a:off x="4016942" y="5924659"/>
            <a:ext cx="668383" cy="249072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3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203" y="164892"/>
            <a:ext cx="5576946" cy="949377"/>
          </a:xfrm>
        </p:spPr>
        <p:txBody>
          <a:bodyPr>
            <a:normAutofit/>
          </a:bodyPr>
          <a:lstStyle/>
          <a:p>
            <a:r>
              <a:rPr lang="en-US" dirty="0" smtClean="0"/>
              <a:t>DUNDER METHODS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6113" y="1081909"/>
            <a:ext cx="118001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Special methods in python are predefined methods with names starting and ending with double underscores (__</a:t>
            </a:r>
            <a:r>
              <a:rPr lang="en-US" altLang="en-US" sz="2800" b="1" dirty="0" err="1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i</a:t>
            </a:r>
            <a:r>
              <a:rPr lang="en-US" altLang="en-US" sz="2800" b="1" dirty="0" err="1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nit</a:t>
            </a: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__) that python calls implicitly under the hood to execute specific built-in operations. They are widely referred to as </a:t>
            </a:r>
            <a:r>
              <a:rPr lang="en-US" altLang="en-US" sz="2800" b="1" dirty="0" err="1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dunder</a:t>
            </a: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 methods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 (Short for double underscore) or magic methods.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They enable powerful object-oriented programming (</a:t>
            </a:r>
            <a:r>
              <a:rPr lang="en-US" altLang="en-US" sz="2800" b="1" dirty="0" err="1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oop</a:t>
            </a: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)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Capabilities like operator overloading and customization of class behaviors.</a:t>
            </a:r>
          </a:p>
        </p:txBody>
      </p:sp>
    </p:spTree>
    <p:extLst>
      <p:ext uri="{BB962C8B-B14F-4D97-AF65-F5344CB8AC3E}">
        <p14:creationId xmlns:p14="http://schemas.microsoft.com/office/powerpoint/2010/main" val="93497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319315"/>
            <a:ext cx="10353761" cy="52803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DUNDER METHOD USAGE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4" y="1122589"/>
            <a:ext cx="10353761" cy="549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0830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2590</TotalTime>
  <Words>142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PYTHON WITH AI</vt:lpstr>
      <vt:lpstr>LECTURE 24</vt:lpstr>
      <vt:lpstr>METHOD OVERRIDING</vt:lpstr>
      <vt:lpstr>METHOD OVERLOADING</vt:lpstr>
      <vt:lpstr>DUNDER METHODS</vt:lpstr>
      <vt:lpstr>DUNDER METHOD USAGE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185</cp:revision>
  <dcterms:created xsi:type="dcterms:W3CDTF">2026-05-24T19:41:59Z</dcterms:created>
  <dcterms:modified xsi:type="dcterms:W3CDTF">2026-07-05T15:42:35Z</dcterms:modified>
</cp:coreProperties>
</file>