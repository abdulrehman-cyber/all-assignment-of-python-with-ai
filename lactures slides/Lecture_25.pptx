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88192" autoAdjust="0"/>
  </p:normalViewPr>
  <p:slideViewPr>
    <p:cSldViewPr snapToGrid="0">
      <p:cViewPr varScale="1">
        <p:scale>
          <a:sx n="64" d="100"/>
          <a:sy n="64" d="100"/>
        </p:scale>
        <p:origin x="9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</a:t>
            </a:r>
            <a:r>
              <a:rPr lang="en-US" sz="6600" dirty="0" smtClean="0"/>
              <a:t>25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82" y="3602038"/>
            <a:ext cx="11827239" cy="1655762"/>
          </a:xfrm>
        </p:spPr>
        <p:txBody>
          <a:bodyPr>
            <a:normAutofit lnSpcReduction="10000"/>
          </a:bodyPr>
          <a:lstStyle/>
          <a:p>
            <a:r>
              <a:rPr lang="en-US" sz="4000" dirty="0" smtClean="0"/>
              <a:t>Exception Handling in Python </a:t>
            </a:r>
          </a:p>
          <a:p>
            <a:r>
              <a:rPr lang="en-US" sz="4000" dirty="0" smtClean="0"/>
              <a:t>(Using try, except, else and finally)</a:t>
            </a:r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203" y="164892"/>
            <a:ext cx="5576946" cy="949377"/>
          </a:xfrm>
        </p:spPr>
        <p:txBody>
          <a:bodyPr/>
          <a:lstStyle/>
          <a:p>
            <a:r>
              <a:rPr lang="en-US" dirty="0" smtClean="0"/>
              <a:t>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935" y="4626964"/>
            <a:ext cx="11581633" cy="18837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When an error occurs in your program, you inform python that the error was expected and that you are handling it. This process is known as exception handling.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9936" y="1227945"/>
            <a:ext cx="11581633" cy="17613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Due to an error, Python will stop the program and display error message. We should handle the error and allow the program to continue running. </a:t>
            </a:r>
            <a:endParaRPr lang="en-US" sz="32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79936" y="3102965"/>
            <a:ext cx="11581633" cy="118422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An exception is an event that disturbs the normal flow of your program.</a:t>
            </a:r>
          </a:p>
        </p:txBody>
      </p:sp>
    </p:spTree>
    <p:extLst>
      <p:ext uri="{BB962C8B-B14F-4D97-AF65-F5344CB8AC3E}">
        <p14:creationId xmlns:p14="http://schemas.microsoft.com/office/powerpoint/2010/main" val="236743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8820" y="164892"/>
            <a:ext cx="8709285" cy="949377"/>
          </a:xfrm>
        </p:spPr>
        <p:txBody>
          <a:bodyPr>
            <a:normAutofit/>
          </a:bodyPr>
          <a:lstStyle/>
          <a:p>
            <a:r>
              <a:rPr lang="en-US" dirty="0" smtClean="0"/>
              <a:t>TRY, EXCEPT, ELSE AND FINALLY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066" y="1114269"/>
            <a:ext cx="4137270" cy="55413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Instead of showing the user a dangerous error python, we can see in this example clearly that every error is handled nicely. Else and finally will always run.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336" y="1020853"/>
            <a:ext cx="7629950" cy="563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3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203" y="134224"/>
            <a:ext cx="5576946" cy="724525"/>
          </a:xfrm>
        </p:spPr>
        <p:txBody>
          <a:bodyPr>
            <a:normAutofit/>
          </a:bodyPr>
          <a:lstStyle/>
          <a:p>
            <a:r>
              <a:rPr lang="en-US" dirty="0" smtClean="0"/>
              <a:t>Raise exception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46095" y="858749"/>
            <a:ext cx="4560818" cy="583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P</a:t>
            </a: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rocess of generating an error message by yourself in your program is called raising exception. </a:t>
            </a:r>
            <a:r>
              <a:rPr lang="en-US" altLang="en-US" sz="2800" b="1" dirty="0" smtClean="0"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</a:rPr>
              <a:t>For example, when a user enters negative age, we will handle it by showing an error message.</a:t>
            </a:r>
            <a:endParaRPr lang="en-US" altLang="en-US" sz="2800" b="1" dirty="0" smtClean="0">
              <a:effectLst>
                <a:outerShdw blurRad="50800" dist="63500" dir="2700000" algn="tl" rotWithShape="0">
                  <a:srgbClr val="000000">
                    <a:alpha val="48000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913" y="1061328"/>
            <a:ext cx="7328344" cy="57219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706913" y="6280879"/>
            <a:ext cx="4172236" cy="50238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7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2645</TotalTime>
  <Words>174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PYTHON WITH AI</vt:lpstr>
      <vt:lpstr>LECTURE 25</vt:lpstr>
      <vt:lpstr>EXCEPTION HANDLING</vt:lpstr>
      <vt:lpstr>TRY, EXCEPT, ELSE AND FINALLY</vt:lpstr>
      <vt:lpstr>Raise exception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195</cp:revision>
  <dcterms:created xsi:type="dcterms:W3CDTF">2026-05-24T19:41:59Z</dcterms:created>
  <dcterms:modified xsi:type="dcterms:W3CDTF">2026-07-07T21:00:32Z</dcterms:modified>
</cp:coreProperties>
</file>