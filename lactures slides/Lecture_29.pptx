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LECTURE </a:t>
            </a:r>
            <a:r>
              <a:rPr lang="en-US" sz="6600" dirty="0" smtClean="0"/>
              <a:t>29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882" y="3602038"/>
            <a:ext cx="11827239" cy="1655762"/>
          </a:xfrm>
        </p:spPr>
        <p:txBody>
          <a:bodyPr>
            <a:normAutofit/>
          </a:bodyPr>
          <a:lstStyle/>
          <a:p>
            <a:r>
              <a:rPr lang="en-US" sz="4000" dirty="0" smtClean="0"/>
              <a:t>EXPLORING TKINTER IN PYTHON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7271093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2398" y="194871"/>
            <a:ext cx="6426413" cy="63458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 TO TKINTER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09862" y="1261047"/>
            <a:ext cx="11752287" cy="2681366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dirty="0" err="1" smtClean="0"/>
              <a:t>tk</a:t>
            </a:r>
            <a:r>
              <a:rPr lang="en-US" sz="3600" dirty="0" smtClean="0"/>
              <a:t>: it is a short name for the </a:t>
            </a:r>
            <a:r>
              <a:rPr lang="en-US" sz="3600" dirty="0" err="1" smtClean="0"/>
              <a:t>tkinter</a:t>
            </a:r>
            <a:r>
              <a:rPr lang="en-US" sz="3600" dirty="0" smtClean="0"/>
              <a:t> library. It allows us to write </a:t>
            </a:r>
            <a:r>
              <a:rPr lang="en-US" sz="3600" dirty="0" err="1" smtClean="0"/>
              <a:t>tk</a:t>
            </a:r>
            <a:r>
              <a:rPr lang="en-US" sz="3600" dirty="0" smtClean="0"/>
              <a:t> instead of </a:t>
            </a:r>
            <a:r>
              <a:rPr lang="en-US" sz="3600" dirty="0" err="1" smtClean="0"/>
              <a:t>tkinter</a:t>
            </a:r>
            <a:r>
              <a:rPr lang="en-US" sz="3600" dirty="0" smtClean="0"/>
              <a:t> </a:t>
            </a:r>
            <a:r>
              <a:rPr lang="en-US" sz="3600" dirty="0" err="1" smtClean="0"/>
              <a:t>everytime</a:t>
            </a:r>
            <a:r>
              <a:rPr lang="en-US" sz="3600" dirty="0"/>
              <a:t>. </a:t>
            </a:r>
            <a:r>
              <a:rPr lang="en-US" sz="3600" dirty="0" err="1"/>
              <a:t>Tk</a:t>
            </a:r>
            <a:r>
              <a:rPr lang="en-US" sz="3600" dirty="0"/>
              <a:t>() is the blank window where we place our GUI components. </a:t>
            </a:r>
            <a:r>
              <a:rPr lang="en-US" sz="3600" dirty="0" smtClean="0"/>
              <a:t>For example, </a:t>
            </a:r>
            <a:endParaRPr lang="en-US" sz="3600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00" y="4374005"/>
            <a:ext cx="10957809" cy="89698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743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2398" y="194871"/>
            <a:ext cx="6426413" cy="63458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 TO TKINTER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09862" y="1261047"/>
            <a:ext cx="11752287" cy="2051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2. TK: creates </a:t>
            </a:r>
            <a:r>
              <a:rPr lang="en-US" sz="3600" dirty="0"/>
              <a:t>the </a:t>
            </a:r>
            <a:r>
              <a:rPr lang="en-US" sz="3600" b="1" dirty="0"/>
              <a:t>main application window</a:t>
            </a:r>
            <a:r>
              <a:rPr lang="en-US" sz="3600" dirty="0"/>
              <a:t>. Every </a:t>
            </a:r>
            <a:r>
              <a:rPr lang="en-US" sz="3600" dirty="0" err="1"/>
              <a:t>Tkinter</a:t>
            </a:r>
            <a:r>
              <a:rPr lang="en-US" sz="3600" dirty="0"/>
              <a:t> program starts by creating this window.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80" y="3744418"/>
            <a:ext cx="10995431" cy="13972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748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2398" y="194871"/>
            <a:ext cx="6426413" cy="63458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 TO TKINTER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09862" y="1261047"/>
            <a:ext cx="11752287" cy="2051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3. </a:t>
            </a:r>
            <a:r>
              <a:rPr lang="en-US" sz="3600" dirty="0" err="1" smtClean="0"/>
              <a:t>Mainloop</a:t>
            </a:r>
            <a:r>
              <a:rPr lang="en-US" sz="3600" dirty="0" smtClean="0"/>
              <a:t>: Keeps the window open and waits for the user to </a:t>
            </a:r>
            <a:r>
              <a:rPr lang="en-US" sz="3600" dirty="0" err="1" smtClean="0"/>
              <a:t>ineract</a:t>
            </a:r>
            <a:r>
              <a:rPr lang="en-US" sz="3600" dirty="0" smtClean="0"/>
              <a:t> with it. Without </a:t>
            </a:r>
            <a:r>
              <a:rPr lang="en-US" sz="3600" dirty="0" err="1" smtClean="0"/>
              <a:t>tkinter</a:t>
            </a:r>
            <a:r>
              <a:rPr lang="en-US" sz="3600" dirty="0" smtClean="0"/>
              <a:t>, window appears and immediately closes.</a:t>
            </a:r>
            <a:endParaRPr lang="en-US" sz="3600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62" y="3744418"/>
            <a:ext cx="11555577" cy="1867568"/>
          </a:xfrm>
          <a:prstGeom prst="rect">
            <a:avLst/>
          </a:prstGeom>
          <a:ln w="190500" cap="sq">
            <a:solidFill>
              <a:schemeClr val="tx1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5598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2398" y="194871"/>
            <a:ext cx="6426413" cy="63458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 TO TKINTER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09860" y="745450"/>
            <a:ext cx="11752287" cy="813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4</a:t>
            </a:r>
            <a:r>
              <a:rPr lang="en-US" sz="3600" dirty="0" smtClean="0"/>
              <a:t>. Label: Used to display text or images on the window. </a:t>
            </a:r>
            <a:endParaRPr lang="en-US" sz="3600" dirty="0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58" y="1558978"/>
            <a:ext cx="10022889" cy="1783828"/>
          </a:xfrm>
          <a:prstGeom prst="rect">
            <a:avLst/>
          </a:prstGeom>
        </p:spPr>
      </p:pic>
      <p:sp>
        <p:nvSpPr>
          <p:cNvPr id="8" name="Content Placeholder 3"/>
          <p:cNvSpPr txBox="1">
            <a:spLocks/>
          </p:cNvSpPr>
          <p:nvPr/>
        </p:nvSpPr>
        <p:spPr>
          <a:xfrm>
            <a:off x="209860" y="3460228"/>
            <a:ext cx="11752287" cy="13922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 smtClean="0"/>
              <a:t>5. Button: A button is a clickable widget that performs an action when the user clicks it.</a:t>
            </a:r>
            <a:endParaRPr lang="en-US" sz="3600" dirty="0"/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61" y="4969862"/>
            <a:ext cx="10395786" cy="133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4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2398" y="194871"/>
            <a:ext cx="6426413" cy="63458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 TO TKINTER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09860" y="1026240"/>
            <a:ext cx="11752287" cy="8135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6. Entry: An entry is one line text box where you can type data </a:t>
            </a:r>
            <a:endParaRPr lang="en-US" sz="3200" dirty="0"/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209860" y="3460228"/>
            <a:ext cx="11752287" cy="13922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7</a:t>
            </a:r>
            <a:r>
              <a:rPr lang="en-US" sz="3600" dirty="0" smtClean="0"/>
              <a:t>. Frame: A frame is a container used to organize other widgets like labels, widget and entry boxes</a:t>
            </a:r>
            <a:endParaRPr lang="en-US" sz="3600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431" y="2036553"/>
            <a:ext cx="10033144" cy="1423675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431" y="4969861"/>
            <a:ext cx="10033143" cy="129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3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2398" y="194871"/>
            <a:ext cx="6426413" cy="63458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 TO TKINTER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09860" y="844441"/>
            <a:ext cx="11752287" cy="12268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8. </a:t>
            </a:r>
            <a:r>
              <a:rPr lang="en-US" sz="3200" dirty="0" err="1" smtClean="0"/>
              <a:t>StringVar</a:t>
            </a:r>
            <a:r>
              <a:rPr lang="en-US" sz="3200" dirty="0" smtClean="0"/>
              <a:t>: a special variable used to store and update text in </a:t>
            </a:r>
            <a:r>
              <a:rPr lang="en-US" sz="3200" dirty="0" err="1" smtClean="0"/>
              <a:t>tkinter</a:t>
            </a:r>
            <a:r>
              <a:rPr lang="en-US" sz="3200" dirty="0" smtClean="0"/>
              <a:t> widgets automatically.</a:t>
            </a:r>
            <a:endParaRPr lang="en-US" sz="3200" dirty="0"/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209860" y="3577649"/>
            <a:ext cx="11752287" cy="13922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9</a:t>
            </a:r>
            <a:r>
              <a:rPr lang="en-US" sz="3600" dirty="0" smtClean="0"/>
              <a:t>. Pack(): It places a widget inside the window automatically. </a:t>
            </a:r>
            <a:endParaRPr lang="en-US" sz="3600" dirty="0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432" y="2188752"/>
            <a:ext cx="9273782" cy="1271476"/>
          </a:xfrm>
          <a:prstGeom prst="rect">
            <a:avLst/>
          </a:prstGeo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432" y="5114761"/>
            <a:ext cx="9438673" cy="121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81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2398" y="194871"/>
            <a:ext cx="6426413" cy="63458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 TO TKINTER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09860" y="844441"/>
            <a:ext cx="11752287" cy="12268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10. Grid: Arranges widgets into a table. Similar to rows and columns.</a:t>
            </a:r>
            <a:endParaRPr lang="en-US" sz="3200" dirty="0"/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209859" y="3456626"/>
            <a:ext cx="11752287" cy="13922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 smtClean="0"/>
              <a:t>11. command: This option tells a button which function to execute when it is clicked.</a:t>
            </a:r>
            <a:endParaRPr lang="en-US" sz="3600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615" y="2086317"/>
            <a:ext cx="9288770" cy="1231223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89" y="4702835"/>
            <a:ext cx="10658005" cy="193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4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2398" y="194871"/>
            <a:ext cx="6426413" cy="63458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 TO TKINTER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09860" y="844441"/>
            <a:ext cx="11752287" cy="12268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12. get: retrieves the value entered by user from an entry widget. </a:t>
            </a:r>
            <a:endParaRPr lang="en-US" sz="3200" dirty="0"/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209860" y="4131183"/>
            <a:ext cx="11752287" cy="81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 smtClean="0"/>
              <a:t>13. delete: removes text from an entry widget.</a:t>
            </a:r>
            <a:endParaRPr lang="en-US" sz="3600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889" y="2071330"/>
            <a:ext cx="8124667" cy="1385295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889" y="4946754"/>
            <a:ext cx="8124667" cy="144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4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2398" y="194871"/>
            <a:ext cx="6426413" cy="63458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 TO TKINTER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09860" y="844441"/>
            <a:ext cx="11752287" cy="6995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14. insert: adds text into an entry widget at a specific position.</a:t>
            </a:r>
            <a:endParaRPr lang="en-US" sz="3200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280" y="1707374"/>
            <a:ext cx="7081441" cy="1575472"/>
          </a:xfrm>
          <a:prstGeom prst="rect">
            <a:avLst/>
          </a:prstGeom>
        </p:spPr>
      </p:pic>
      <p:sp>
        <p:nvSpPr>
          <p:cNvPr id="9" name="Content Placeholder 3"/>
          <p:cNvSpPr txBox="1">
            <a:spLocks/>
          </p:cNvSpPr>
          <p:nvPr/>
        </p:nvSpPr>
        <p:spPr>
          <a:xfrm>
            <a:off x="1532743" y="3590138"/>
            <a:ext cx="9126515" cy="2750701"/>
          </a:xfrm>
          <a:prstGeom prst="rect">
            <a:avLst/>
          </a:prstGeom>
          <a:ln w="57150">
            <a:solidFill>
              <a:schemeClr val="accent3">
                <a:lumMod val="40000"/>
                <a:lumOff val="60000"/>
              </a:schemeClr>
            </a:solidFill>
            <a:prstDash val="sysDash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400" dirty="0" smtClean="0">
                <a:ln>
                  <a:solidFill>
                    <a:schemeClr val="tx1"/>
                  </a:solidFill>
                </a:ln>
              </a:rPr>
              <a:t>Now we will make a student </a:t>
            </a:r>
            <a:r>
              <a:rPr lang="en-US" sz="4400" dirty="0" err="1" smtClean="0">
                <a:ln>
                  <a:solidFill>
                    <a:schemeClr val="tx1"/>
                  </a:solidFill>
                </a:ln>
              </a:rPr>
              <a:t>marksheet</a:t>
            </a:r>
            <a:r>
              <a:rPr lang="en-US" sz="4400" dirty="0" smtClean="0">
                <a:ln>
                  <a:solidFill>
                    <a:schemeClr val="tx1"/>
                  </a:solidFill>
                </a:ln>
              </a:rPr>
              <a:t> and use all the tools we have learned till now.</a:t>
            </a:r>
            <a:endParaRPr lang="en-US" sz="4400" dirty="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23327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29916"/>
            <a:ext cx="10353761" cy="844446"/>
          </a:xfrm>
        </p:spPr>
        <p:txBody>
          <a:bodyPr/>
          <a:lstStyle/>
          <a:p>
            <a:r>
              <a:rPr lang="en-US" dirty="0" smtClean="0"/>
              <a:t>MARKSHEET PROGRAM LINE 1-30</a:t>
            </a:r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193" y="899413"/>
            <a:ext cx="9503764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3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29916"/>
            <a:ext cx="10353761" cy="844446"/>
          </a:xfrm>
        </p:spPr>
        <p:txBody>
          <a:bodyPr/>
          <a:lstStyle/>
          <a:p>
            <a:r>
              <a:rPr lang="en-US" dirty="0" smtClean="0"/>
              <a:t>MARKSHEET PROGRAM LINE 31-60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14" y="974362"/>
            <a:ext cx="10098322" cy="565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32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29916"/>
            <a:ext cx="10353761" cy="844446"/>
          </a:xfrm>
        </p:spPr>
        <p:txBody>
          <a:bodyPr/>
          <a:lstStyle/>
          <a:p>
            <a:r>
              <a:rPr lang="en-US" dirty="0" smtClean="0"/>
              <a:t>MARKSHEET PROGRAM LINE 61-85</a:t>
            </a:r>
            <a:endParaRPr lang="en-US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869430"/>
            <a:ext cx="9969064" cy="566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4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29916"/>
            <a:ext cx="10353761" cy="844446"/>
          </a:xfrm>
        </p:spPr>
        <p:txBody>
          <a:bodyPr/>
          <a:lstStyle/>
          <a:p>
            <a:r>
              <a:rPr lang="en-US" dirty="0" smtClean="0"/>
              <a:t>MARKSHEET PROGRAM LINE 86-108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4" y="974362"/>
            <a:ext cx="10353761" cy="563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47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2937</TotalTime>
  <Words>336</Words>
  <Application>Microsoft Office PowerPoint</Application>
  <PresentationFormat>Widescreen</PresentationFormat>
  <Paragraphs>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Rockwell</vt:lpstr>
      <vt:lpstr>Damask</vt:lpstr>
      <vt:lpstr>PYTHON WITH AI</vt:lpstr>
      <vt:lpstr>LECTURE 29</vt:lpstr>
      <vt:lpstr>INTRODUCTION TO TKINTER</vt:lpstr>
      <vt:lpstr>INTRODUCTION TO TKINTER</vt:lpstr>
      <vt:lpstr>INTRODUCTION TO TKINTER</vt:lpstr>
      <vt:lpstr>INTRODUCTION TO TKINTER</vt:lpstr>
      <vt:lpstr>INTRODUCTION TO TKINTER</vt:lpstr>
      <vt:lpstr>INTRODUCTION TO TKINTER</vt:lpstr>
      <vt:lpstr>INTRODUCTION TO TKINTER</vt:lpstr>
      <vt:lpstr>INTRODUCTION TO TKINTER</vt:lpstr>
      <vt:lpstr>INTRODUCTION TO TKINTER</vt:lpstr>
      <vt:lpstr>MARKSHEET PROGRAM LINE 1-30</vt:lpstr>
      <vt:lpstr>MARKSHEET PROGRAM LINE 31-60</vt:lpstr>
      <vt:lpstr>MARKSHEET PROGRAM LINE 61-85</vt:lpstr>
      <vt:lpstr>MARKSHEET PROGRAM LINE 86-108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231</cp:revision>
  <dcterms:created xsi:type="dcterms:W3CDTF">2026-05-24T19:41:59Z</dcterms:created>
  <dcterms:modified xsi:type="dcterms:W3CDTF">2026-07-12T15:00:27Z</dcterms:modified>
</cp:coreProperties>
</file>