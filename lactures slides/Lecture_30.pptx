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tmp"/><Relationship Id="rId4" Type="http://schemas.openxmlformats.org/officeDocument/2006/relationships/image" Target="../media/image10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LECTURE 30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882" y="3602038"/>
            <a:ext cx="11827239" cy="16557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CREATING ARRAYS IN NUMPY</a:t>
            </a:r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120" y="264826"/>
            <a:ext cx="10353761" cy="919397"/>
          </a:xfrm>
        </p:spPr>
        <p:txBody>
          <a:bodyPr/>
          <a:lstStyle/>
          <a:p>
            <a:r>
              <a:rPr lang="en-US" dirty="0" smtClean="0"/>
              <a:t>Built-in array functions in </a:t>
            </a:r>
            <a:r>
              <a:rPr lang="en-US" dirty="0" err="1" smtClean="0"/>
              <a:t>numpy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501" y="1070235"/>
            <a:ext cx="8102999" cy="2508071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750" y="4033483"/>
            <a:ext cx="8893985" cy="202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9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120" y="264826"/>
            <a:ext cx="10353761" cy="919397"/>
          </a:xfrm>
        </p:spPr>
        <p:txBody>
          <a:bodyPr/>
          <a:lstStyle/>
          <a:p>
            <a:r>
              <a:rPr lang="en-US" dirty="0" smtClean="0"/>
              <a:t>Built-in array functions in </a:t>
            </a:r>
            <a:r>
              <a:rPr lang="en-US" dirty="0" err="1" smtClean="0"/>
              <a:t>numpy</a:t>
            </a: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62" y="1184223"/>
            <a:ext cx="10897475" cy="1799899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62" y="3607771"/>
            <a:ext cx="10836134" cy="241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6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120" y="264826"/>
            <a:ext cx="10353761" cy="919397"/>
          </a:xfrm>
        </p:spPr>
        <p:txBody>
          <a:bodyPr/>
          <a:lstStyle/>
          <a:p>
            <a:r>
              <a:rPr lang="en-US" dirty="0" smtClean="0"/>
              <a:t>Built-in array functions in </a:t>
            </a:r>
            <a:r>
              <a:rPr lang="en-US" dirty="0" err="1" smtClean="0"/>
              <a:t>numpy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493" y="1184222"/>
            <a:ext cx="9593014" cy="2068643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493" y="3749823"/>
            <a:ext cx="9645615" cy="20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8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120" y="264826"/>
            <a:ext cx="10353761" cy="919397"/>
          </a:xfrm>
        </p:spPr>
        <p:txBody>
          <a:bodyPr/>
          <a:lstStyle/>
          <a:p>
            <a:r>
              <a:rPr lang="en-US" dirty="0" smtClean="0"/>
              <a:t>Built-in array functions in </a:t>
            </a:r>
            <a:r>
              <a:rPr lang="en-US" dirty="0" err="1" smtClean="0"/>
              <a:t>numpy</a:t>
            </a: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735" y="1169233"/>
            <a:ext cx="8878539" cy="1218226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733" y="2575382"/>
            <a:ext cx="8878539" cy="1346170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735" y="4109475"/>
            <a:ext cx="8878538" cy="1092016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734" y="5451128"/>
            <a:ext cx="8878539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0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3011</TotalTime>
  <Words>33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Rockwell</vt:lpstr>
      <vt:lpstr>Damask</vt:lpstr>
      <vt:lpstr>PYTHON WITH AI</vt:lpstr>
      <vt:lpstr>LECTURE 30</vt:lpstr>
      <vt:lpstr>Built-in array functions in numpy</vt:lpstr>
      <vt:lpstr>Built-in array functions in numpy</vt:lpstr>
      <vt:lpstr>Built-in array functions in numpy</vt:lpstr>
      <vt:lpstr>Built-in array functions in numpy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237</cp:revision>
  <dcterms:created xsi:type="dcterms:W3CDTF">2026-05-24T19:41:59Z</dcterms:created>
  <dcterms:modified xsi:type="dcterms:W3CDTF">2026-07-14T06:37:32Z</dcterms:modified>
</cp:coreProperties>
</file>