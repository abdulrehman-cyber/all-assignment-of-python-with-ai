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B4F21-408E-4920-BADA-DA929DB89F7E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0BA56-8C9E-49E3-AB15-862E9CF68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5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0BA56-8C9E-49E3-AB15-862E9CF682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36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LECTURE </a:t>
            </a:r>
            <a:r>
              <a:rPr lang="en-US" sz="6600" dirty="0" smtClean="0"/>
              <a:t>31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882" y="3602038"/>
            <a:ext cx="11827239" cy="1655762"/>
          </a:xfrm>
        </p:spPr>
        <p:txBody>
          <a:bodyPr>
            <a:normAutofit/>
          </a:bodyPr>
          <a:lstStyle/>
          <a:p>
            <a:r>
              <a:rPr lang="en-US" sz="4000" dirty="0" err="1" smtClean="0"/>
              <a:t>Numpy</a:t>
            </a:r>
            <a:r>
              <a:rPr lang="en-US" sz="4000" dirty="0"/>
              <a:t> </a:t>
            </a:r>
            <a:r>
              <a:rPr lang="en-US" sz="4000" dirty="0" smtClean="0"/>
              <a:t>Part-II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727109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6" y="234847"/>
            <a:ext cx="10353761" cy="679553"/>
          </a:xfrm>
        </p:spPr>
        <p:txBody>
          <a:bodyPr/>
          <a:lstStyle/>
          <a:p>
            <a:r>
              <a:rPr lang="en-US" dirty="0" smtClean="0"/>
              <a:t>INDEXING AN ARRAY IN 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079293"/>
            <a:ext cx="10353762" cy="53690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As we are studying the </a:t>
            </a:r>
            <a:r>
              <a:rPr lang="en-US" sz="2800" dirty="0" err="1" smtClean="0"/>
              <a:t>Numpy</a:t>
            </a:r>
            <a:r>
              <a:rPr lang="en-US" sz="2800" dirty="0" smtClean="0"/>
              <a:t> library, now we will see how indexing, slicing and strides are applied on a </a:t>
            </a:r>
            <a:r>
              <a:rPr lang="en-US" sz="2800" dirty="0" err="1" smtClean="0"/>
              <a:t>numpy</a:t>
            </a:r>
            <a:r>
              <a:rPr lang="en-US" sz="2800" dirty="0" smtClean="0"/>
              <a:t> array.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But why are we doing this?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Because, when we want to access the specific portions of our array, we need indexing and slicing methods.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Note that we can also use negative indexing. (-1,-1) will be considered as the last row element and column element.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5046778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8805" y="204867"/>
            <a:ext cx="10353761" cy="709534"/>
          </a:xfrm>
        </p:spPr>
        <p:txBody>
          <a:bodyPr/>
          <a:lstStyle/>
          <a:p>
            <a:r>
              <a:rPr lang="en-US" dirty="0" smtClean="0"/>
              <a:t>INDEXING AN ARRAY IN NUMPY</a:t>
            </a:r>
            <a:endParaRPr lang="en-US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23" y="1037164"/>
            <a:ext cx="10298243" cy="5534188"/>
          </a:xfrm>
        </p:spPr>
      </p:pic>
    </p:spTree>
    <p:extLst>
      <p:ext uri="{BB962C8B-B14F-4D97-AF65-F5344CB8AC3E}">
        <p14:creationId xmlns:p14="http://schemas.microsoft.com/office/powerpoint/2010/main" val="36851955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8805" y="204867"/>
            <a:ext cx="10353761" cy="709534"/>
          </a:xfrm>
        </p:spPr>
        <p:txBody>
          <a:bodyPr/>
          <a:lstStyle/>
          <a:p>
            <a:r>
              <a:rPr lang="en-US" dirty="0" smtClean="0"/>
              <a:t>INDEXING AN ARRAY IN NUMPY</a:t>
            </a:r>
            <a:endParaRPr lang="en-US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53" y="1244183"/>
            <a:ext cx="11004864" cy="5141625"/>
          </a:xfrm>
        </p:spPr>
      </p:pic>
    </p:spTree>
    <p:extLst>
      <p:ext uri="{BB962C8B-B14F-4D97-AF65-F5344CB8AC3E}">
        <p14:creationId xmlns:p14="http://schemas.microsoft.com/office/powerpoint/2010/main" val="42592301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6" y="279817"/>
            <a:ext cx="10353761" cy="874426"/>
          </a:xfrm>
        </p:spPr>
        <p:txBody>
          <a:bodyPr/>
          <a:lstStyle/>
          <a:p>
            <a:r>
              <a:rPr lang="en-US" dirty="0" smtClean="0"/>
              <a:t>SLICING IN NUMPY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034321"/>
            <a:ext cx="10353762" cy="167204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 Note that whenever we apply slicing on an array, all the slicing is applied to a the current array. No new array is created. For example,</a:t>
            </a:r>
            <a:endParaRPr lang="en-US" sz="28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2826290"/>
            <a:ext cx="9437665" cy="378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137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6" y="309798"/>
            <a:ext cx="10353761" cy="829456"/>
          </a:xfrm>
        </p:spPr>
        <p:txBody>
          <a:bodyPr/>
          <a:lstStyle/>
          <a:p>
            <a:r>
              <a:rPr lang="en-US" dirty="0"/>
              <a:t>SLICING IN NUMPY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139254"/>
            <a:ext cx="10353762" cy="12917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/>
              <a:t> In order to create a copy of the original array, copy() function is used. For example,</a:t>
            </a:r>
            <a:endParaRPr lang="en-US" sz="32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1" y="2430967"/>
            <a:ext cx="10938216" cy="411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091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6" y="174887"/>
            <a:ext cx="10353761" cy="829456"/>
          </a:xfrm>
        </p:spPr>
        <p:txBody>
          <a:bodyPr/>
          <a:lstStyle/>
          <a:p>
            <a:r>
              <a:rPr lang="en-US" dirty="0" smtClean="0"/>
              <a:t>RANDOM NUMBER GENEARATION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034325"/>
            <a:ext cx="10353762" cy="571874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/>
              <a:t> We often require random numbers in matrices of large rows and columns when building AI and machine learning tools.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</a:t>
            </a:r>
            <a:r>
              <a:rPr lang="en-US" sz="3200" dirty="0" smtClean="0"/>
              <a:t>For that purpose, python gives the function of random number generator.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</a:t>
            </a:r>
            <a:r>
              <a:rPr lang="en-US" sz="3200" dirty="0" smtClean="0"/>
              <a:t>When experimenting AI &amp; machine learning tools, we test our model repeatedly to evaluate its performance on same data. To achieve our goal, we use seed.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001705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6" y="174887"/>
            <a:ext cx="10353761" cy="829456"/>
          </a:xfrm>
        </p:spPr>
        <p:txBody>
          <a:bodyPr/>
          <a:lstStyle/>
          <a:p>
            <a:r>
              <a:rPr lang="en-US" dirty="0" smtClean="0"/>
              <a:t>RANDOM NUMBER GENEARATION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004343"/>
            <a:ext cx="10353762" cy="113924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</a:t>
            </a:r>
            <a:r>
              <a:rPr lang="en-US" sz="3200" dirty="0" smtClean="0"/>
              <a:t>A seed is an initial value that helps determine the sequence of random numbers.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4" y="2143592"/>
            <a:ext cx="9888330" cy="1993693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>
            <a:off x="6805534" y="2933700"/>
            <a:ext cx="79" cy="55900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Callout 8"/>
          <p:cNvSpPr/>
          <p:nvPr/>
        </p:nvSpPr>
        <p:spPr>
          <a:xfrm>
            <a:off x="6303962" y="1917988"/>
            <a:ext cx="1709738" cy="892175"/>
          </a:xfrm>
          <a:prstGeom prst="wedgeEllipseCallou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without using seed</a:t>
            </a:r>
            <a:endParaRPr lang="en-US" sz="1600" dirty="0"/>
          </a:p>
        </p:txBody>
      </p:sp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4" y="4362889"/>
            <a:ext cx="9888330" cy="2337714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7092846" y="5451744"/>
            <a:ext cx="89" cy="68173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Callout 11"/>
          <p:cNvSpPr/>
          <p:nvPr/>
        </p:nvSpPr>
        <p:spPr>
          <a:xfrm>
            <a:off x="6501332" y="4180078"/>
            <a:ext cx="1938130" cy="1088041"/>
          </a:xfrm>
          <a:prstGeom prst="wedgeEllipseCallou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using seed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52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85" y="0"/>
            <a:ext cx="10353761" cy="694543"/>
          </a:xfrm>
        </p:spPr>
        <p:txBody>
          <a:bodyPr/>
          <a:lstStyle/>
          <a:p>
            <a:r>
              <a:rPr lang="en-US" dirty="0" smtClean="0"/>
              <a:t>VECTORIZATION IN NUMPY</a:t>
            </a:r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38" y="839451"/>
            <a:ext cx="11392524" cy="574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866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3125</TotalTime>
  <Words>262</Words>
  <Application>Microsoft Office PowerPoint</Application>
  <PresentationFormat>Widescreen</PresentationFormat>
  <Paragraphs>25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Bookman Old Style</vt:lpstr>
      <vt:lpstr>Calibri</vt:lpstr>
      <vt:lpstr>Rockwell</vt:lpstr>
      <vt:lpstr>Wingdings</vt:lpstr>
      <vt:lpstr>Damask</vt:lpstr>
      <vt:lpstr>PYTHON WITH AI</vt:lpstr>
      <vt:lpstr>LECTURE 31</vt:lpstr>
      <vt:lpstr>INDEXING AN ARRAY IN NUMPY</vt:lpstr>
      <vt:lpstr>INDEXING AN ARRAY IN NUMPY</vt:lpstr>
      <vt:lpstr>INDEXING AN ARRAY IN NUMPY</vt:lpstr>
      <vt:lpstr>SLICING IN NUMPY ARRAY</vt:lpstr>
      <vt:lpstr>SLICING IN NUMPY ARRAY</vt:lpstr>
      <vt:lpstr>RANDOM NUMBER GENEARATION</vt:lpstr>
      <vt:lpstr>RANDOM NUMBER GENEARATION</vt:lpstr>
      <vt:lpstr>VECTORIZATION IN NUMPY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250</cp:revision>
  <dcterms:created xsi:type="dcterms:W3CDTF">2026-05-24T19:41:59Z</dcterms:created>
  <dcterms:modified xsi:type="dcterms:W3CDTF">2026-07-14T19:44:18Z</dcterms:modified>
</cp:coreProperties>
</file>