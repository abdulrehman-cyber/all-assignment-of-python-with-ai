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2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4" autoAdjust="0"/>
    <p:restoredTop sz="88192" autoAdjust="0"/>
  </p:normalViewPr>
  <p:slideViewPr>
    <p:cSldViewPr snapToGrid="0">
      <p:cViewPr>
        <p:scale>
          <a:sx n="66" d="100"/>
          <a:sy n="66" d="100"/>
        </p:scale>
        <p:origin x="834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B4F21-408E-4920-BADA-DA929DB89F7E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0BA56-8C9E-49E3-AB15-862E9CF68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5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0BA56-8C9E-49E3-AB15-862E9CF682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3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64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9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5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38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1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2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6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28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8499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531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11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62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00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2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89985-EB7C-4F78-9792-C89785E4778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569-D3B7-4F62-9413-7EB49046BD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96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PYTHON WITH AI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Prepared by Sir Haroon</a:t>
            </a:r>
          </a:p>
        </p:txBody>
      </p:sp>
    </p:spTree>
    <p:extLst>
      <p:ext uri="{BB962C8B-B14F-4D97-AF65-F5344CB8AC3E}">
        <p14:creationId xmlns:p14="http://schemas.microsoft.com/office/powerpoint/2010/main" val="727109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LECTURE 32</a:t>
            </a:r>
            <a:endParaRPr lang="en-US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882" y="3602038"/>
            <a:ext cx="11827239" cy="1655762"/>
          </a:xfrm>
        </p:spPr>
        <p:txBody>
          <a:bodyPr>
            <a:normAutofit/>
          </a:bodyPr>
          <a:lstStyle/>
          <a:p>
            <a:r>
              <a:rPr lang="en-US" sz="4000" dirty="0" smtClean="0"/>
              <a:t>Pandas Part-I</a:t>
            </a:r>
          </a:p>
        </p:txBody>
      </p:sp>
    </p:spTree>
    <p:extLst>
      <p:ext uri="{BB962C8B-B14F-4D97-AF65-F5344CB8AC3E}">
        <p14:creationId xmlns:p14="http://schemas.microsoft.com/office/powerpoint/2010/main" val="727109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234847"/>
            <a:ext cx="10353761" cy="679553"/>
          </a:xfrm>
        </p:spPr>
        <p:txBody>
          <a:bodyPr/>
          <a:lstStyle/>
          <a:p>
            <a:r>
              <a:rPr lang="en-US" dirty="0" smtClean="0"/>
              <a:t>Introduction to pandas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914400"/>
            <a:ext cx="10353762" cy="56063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 Pandas is another powerful and useful library that is widely used in machine learning algorithm, data science and AI data structures.</a:t>
            </a:r>
            <a:endParaRPr lang="en-US" sz="28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 It provides the facility of storing array series</a:t>
            </a:r>
            <a:r>
              <a:rPr lang="en-US" sz="2800" dirty="0"/>
              <a:t> </a:t>
            </a:r>
            <a:r>
              <a:rPr lang="en-US" sz="2800" dirty="0" smtClean="0"/>
              <a:t>and matrices to sort data according to our need.</a:t>
            </a:r>
            <a:endParaRPr lang="en-US" sz="28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 A one dimensional labeled array is called series.</a:t>
            </a:r>
            <a:endParaRPr lang="en-US" sz="28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 smtClean="0"/>
              <a:t> Here each value present in the array has a label just like a column in excel has a name.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5046778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805" y="204867"/>
            <a:ext cx="10353761" cy="709534"/>
          </a:xfrm>
        </p:spPr>
        <p:txBody>
          <a:bodyPr/>
          <a:lstStyle/>
          <a:p>
            <a:r>
              <a:rPr lang="en-US" dirty="0" smtClean="0"/>
              <a:t>install</a:t>
            </a:r>
            <a:r>
              <a:rPr lang="en-US" dirty="0" smtClean="0"/>
              <a:t> pandas in vs code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2" y="1092947"/>
            <a:ext cx="10240514" cy="530785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67300" y="4861560"/>
            <a:ext cx="2156460" cy="51816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955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805" y="204867"/>
            <a:ext cx="10353761" cy="709534"/>
          </a:xfrm>
        </p:spPr>
        <p:txBody>
          <a:bodyPr/>
          <a:lstStyle/>
          <a:p>
            <a:r>
              <a:rPr lang="en-US" dirty="0" smtClean="0"/>
              <a:t>What is series?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05" y="914401"/>
            <a:ext cx="10353761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2301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6" y="0"/>
            <a:ext cx="10353761" cy="874426"/>
          </a:xfrm>
        </p:spPr>
        <p:txBody>
          <a:bodyPr/>
          <a:lstStyle/>
          <a:p>
            <a:r>
              <a:rPr lang="en-US" dirty="0" smtClean="0"/>
              <a:t>What is series?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758549"/>
            <a:ext cx="10353762" cy="167204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/>
              <a:t> If you want to see how many times a value is repeated in </a:t>
            </a:r>
            <a:r>
              <a:rPr lang="en-US" sz="2800" dirty="0" err="1" smtClean="0"/>
              <a:t>yout</a:t>
            </a:r>
            <a:r>
              <a:rPr lang="en-US" sz="2800" dirty="0" smtClean="0"/>
              <a:t> data, you use </a:t>
            </a:r>
            <a:r>
              <a:rPr lang="en-US" sz="2800" dirty="0" err="1" smtClean="0"/>
              <a:t>value_counts</a:t>
            </a:r>
            <a:r>
              <a:rPr lang="en-US" sz="2800" dirty="0" smtClean="0"/>
              <a:t> function that pandas library provides you. </a:t>
            </a:r>
            <a:endParaRPr lang="en-US" sz="28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694" y="2546710"/>
            <a:ext cx="11383964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1376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98548"/>
            <a:ext cx="10353761" cy="64576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What is </a:t>
            </a:r>
            <a:r>
              <a:rPr lang="en-US" sz="3200" dirty="0" err="1" smtClean="0"/>
              <a:t>dataframe</a:t>
            </a:r>
            <a:r>
              <a:rPr lang="en-US" sz="3200" dirty="0" smtClean="0"/>
              <a:t>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4" y="907025"/>
            <a:ext cx="10353762" cy="251834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err="1"/>
              <a:t>Dataframe</a:t>
            </a:r>
            <a:r>
              <a:rPr lang="en-US" sz="2800" dirty="0"/>
              <a:t> is a 2 dimensional labeled data structure in rows and columns. Similar to an excel spreadsheet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 </a:t>
            </a:r>
            <a:r>
              <a:rPr lang="en-US" sz="2800" dirty="0" smtClean="0"/>
              <a:t>It</a:t>
            </a:r>
            <a:r>
              <a:rPr lang="en-US" sz="2800" dirty="0" smtClean="0"/>
              <a:t> is the most popular and widely used datatype available in pandas. Used to import large </a:t>
            </a:r>
            <a:r>
              <a:rPr lang="en-US" sz="2800" dirty="0" err="1" smtClean="0"/>
              <a:t>datasets,build</a:t>
            </a:r>
            <a:r>
              <a:rPr lang="en-US" sz="2800" dirty="0" smtClean="0"/>
              <a:t> AI and machine learning.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4" y="3550790"/>
            <a:ext cx="10353762" cy="307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091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83" y="215571"/>
            <a:ext cx="10353761" cy="5370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Importing a csv file using </a:t>
            </a:r>
            <a:r>
              <a:rPr lang="en-US" sz="2800" dirty="0" err="1" smtClean="0"/>
              <a:t>dataframe</a:t>
            </a:r>
            <a:endParaRPr lang="en-US" sz="28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53" y="868716"/>
            <a:ext cx="11049822" cy="557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8660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84" y="143000"/>
            <a:ext cx="10353761" cy="5370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Output of line number 32 &amp; 33</a:t>
            </a:r>
            <a:endParaRPr lang="en-US" sz="2800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510" y="974845"/>
            <a:ext cx="8072981" cy="552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3477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84" y="143000"/>
            <a:ext cx="10353761" cy="53702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Output of line number 34 &amp; 35</a:t>
            </a:r>
            <a:endParaRPr lang="en-US" sz="2800" dirty="0"/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813" y="800450"/>
            <a:ext cx="8008374" cy="566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994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3316</TotalTime>
  <Words>197</Words>
  <Application>Microsoft Office PowerPoint</Application>
  <PresentationFormat>Widescreen</PresentationFormat>
  <Paragraphs>20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Rockwell</vt:lpstr>
      <vt:lpstr>Wingdings</vt:lpstr>
      <vt:lpstr>Damask</vt:lpstr>
      <vt:lpstr>PYTHON WITH AI</vt:lpstr>
      <vt:lpstr>LECTURE 32</vt:lpstr>
      <vt:lpstr>Introduction to pandas</vt:lpstr>
      <vt:lpstr>install pandas in vs code</vt:lpstr>
      <vt:lpstr>What is series?</vt:lpstr>
      <vt:lpstr>What is series?</vt:lpstr>
      <vt:lpstr>What is dataframe?</vt:lpstr>
      <vt:lpstr>Importing a csv file using dataframe</vt:lpstr>
      <vt:lpstr>Output of line number 32 &amp; 33</vt:lpstr>
      <vt:lpstr>Output of line number 34 &amp;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WITH AI</dc:title>
  <dc:creator>Haroon Ali</dc:creator>
  <cp:lastModifiedBy>Haroon Ali</cp:lastModifiedBy>
  <cp:revision>266</cp:revision>
  <dcterms:created xsi:type="dcterms:W3CDTF">2026-05-24T19:41:59Z</dcterms:created>
  <dcterms:modified xsi:type="dcterms:W3CDTF">2026-07-19T13:14:56Z</dcterms:modified>
</cp:coreProperties>
</file>